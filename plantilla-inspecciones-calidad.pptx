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99" r:id="rId5"/>
    <p:sldId id="343" r:id="rId6"/>
    <p:sldId id="344" r:id="rId7"/>
    <p:sldId id="345" r:id="rId8"/>
    <p:sldId id="346" r:id="rId9"/>
    <p:sldId id="347" r:id="rId10"/>
    <p:sldId id="348" r:id="rId11"/>
  </p:sldIdLst>
  <p:sldSz cx="12192000" cy="6858000"/>
  <p:notesSz cx="6797675" cy="9926638"/>
  <p:photoAlbum showCaptions="1" layout="2pic" frame="frameStyle4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colea, Laboratorio" initials="AL" lastIdx="1" clrIdx="0">
    <p:extLst>
      <p:ext uri="{19B8F6BF-5375-455C-9EA6-DF929625EA0E}">
        <p15:presenceInfo xmlns:p15="http://schemas.microsoft.com/office/powerpoint/2012/main" userId="S-1-5-21-2493788650-620910852-1528470816-138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59D38F-6019-48FF-867C-6AFD7CE9F5B2}" v="14" dt="2026-09-01T08:05:11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Quesada" userId="1e7a5ede-1cf3-401e-a711-5dca5260a3f1" providerId="ADAL" clId="{389151CD-9132-4A22-AB68-1F8C6B7515C5}"/>
    <pc:docChg chg="custSel addSld modSld">
      <pc:chgData name="Jorge Quesada" userId="1e7a5ede-1cf3-401e-a711-5dca5260a3f1" providerId="ADAL" clId="{389151CD-9132-4A22-AB68-1F8C6B7515C5}" dt="2026-08-31T04:37:22.574" v="179" actId="20577"/>
      <pc:docMkLst>
        <pc:docMk/>
      </pc:docMkLst>
      <pc:sldChg chg="addSp delSp modSp mod">
        <pc:chgData name="Jorge Quesada" userId="1e7a5ede-1cf3-401e-a711-5dca5260a3f1" providerId="ADAL" clId="{389151CD-9132-4A22-AB68-1F8C6B7515C5}" dt="2026-08-27T15:42:32.076" v="88" actId="1076"/>
        <pc:sldMkLst>
          <pc:docMk/>
          <pc:sldMk cId="3346272077" sldId="308"/>
        </pc:sldMkLst>
        <pc:spChg chg="add mod">
          <ac:chgData name="Jorge Quesada" userId="1e7a5ede-1cf3-401e-a711-5dca5260a3f1" providerId="ADAL" clId="{389151CD-9132-4A22-AB68-1F8C6B7515C5}" dt="2026-08-27T14:29:44.019" v="27" actId="1076"/>
          <ac:spMkLst>
            <pc:docMk/>
            <pc:sldMk cId="3346272077" sldId="308"/>
            <ac:spMk id="2" creationId="{21BAFB93-2831-3FDD-A6D7-33DE90C07E95}"/>
          </ac:spMkLst>
        </pc:spChg>
        <pc:picChg chg="add">
          <ac:chgData name="Jorge Quesada" userId="1e7a5ede-1cf3-401e-a711-5dca5260a3f1" providerId="ADAL" clId="{389151CD-9132-4A22-AB68-1F8C6B7515C5}" dt="2026-08-27T15:42:26.040" v="85" actId="22"/>
          <ac:picMkLst>
            <pc:docMk/>
            <pc:sldMk cId="3346272077" sldId="308"/>
            <ac:picMk id="10" creationId="{8651EC40-2C77-3959-2880-1219E88DAE50}"/>
          </ac:picMkLst>
        </pc:picChg>
        <pc:picChg chg="add mod">
          <ac:chgData name="Jorge Quesada" userId="1e7a5ede-1cf3-401e-a711-5dca5260a3f1" providerId="ADAL" clId="{389151CD-9132-4A22-AB68-1F8C6B7515C5}" dt="2026-08-27T15:42:32.076" v="88" actId="1076"/>
          <ac:picMkLst>
            <pc:docMk/>
            <pc:sldMk cId="3346272077" sldId="308"/>
            <ac:picMk id="12" creationId="{C1757E31-82FD-A117-2E4A-D25B9BE53262}"/>
          </ac:picMkLst>
        </pc:picChg>
      </pc:sldChg>
      <pc:sldChg chg="addSp delSp modSp mod">
        <pc:chgData name="Jorge Quesada" userId="1e7a5ede-1cf3-401e-a711-5dca5260a3f1" providerId="ADAL" clId="{389151CD-9132-4A22-AB68-1F8C6B7515C5}" dt="2026-08-27T15:42:43.556" v="94" actId="1076"/>
        <pc:sldMkLst>
          <pc:docMk/>
          <pc:sldMk cId="1502669125" sldId="342"/>
        </pc:sldMkLst>
        <pc:spChg chg="add mod">
          <ac:chgData name="Jorge Quesada" userId="1e7a5ede-1cf3-401e-a711-5dca5260a3f1" providerId="ADAL" clId="{389151CD-9132-4A22-AB68-1F8C6B7515C5}" dt="2026-08-27T14:29:56.625" v="29" actId="1076"/>
          <ac:spMkLst>
            <pc:docMk/>
            <pc:sldMk cId="1502669125" sldId="342"/>
            <ac:spMk id="7" creationId="{1BA30B07-ABB0-7647-3409-6DAA59904C16}"/>
          </ac:spMkLst>
        </pc:spChg>
        <pc:picChg chg="add mod">
          <ac:chgData name="Jorge Quesada" userId="1e7a5ede-1cf3-401e-a711-5dca5260a3f1" providerId="ADAL" clId="{389151CD-9132-4A22-AB68-1F8C6B7515C5}" dt="2026-08-27T15:42:38.266" v="91" actId="1076"/>
          <ac:picMkLst>
            <pc:docMk/>
            <pc:sldMk cId="1502669125" sldId="342"/>
            <ac:picMk id="10" creationId="{EBF3B128-544C-4C92-8CBF-E1BFF2D2FD62}"/>
          </ac:picMkLst>
        </pc:picChg>
        <pc:picChg chg="add mod">
          <ac:chgData name="Jorge Quesada" userId="1e7a5ede-1cf3-401e-a711-5dca5260a3f1" providerId="ADAL" clId="{389151CD-9132-4A22-AB68-1F8C6B7515C5}" dt="2026-08-27T15:42:43.556" v="94" actId="1076"/>
          <ac:picMkLst>
            <pc:docMk/>
            <pc:sldMk cId="1502669125" sldId="342"/>
            <ac:picMk id="13" creationId="{5519D96E-9B54-C443-F225-50BDFD997867}"/>
          </ac:picMkLst>
        </pc:picChg>
      </pc:sldChg>
      <pc:sldChg chg="addSp delSp modSp mod">
        <pc:chgData name="Jorge Quesada" userId="1e7a5ede-1cf3-401e-a711-5dca5260a3f1" providerId="ADAL" clId="{389151CD-9132-4A22-AB68-1F8C6B7515C5}" dt="2026-08-27T15:42:54.184" v="100" actId="1076"/>
        <pc:sldMkLst>
          <pc:docMk/>
          <pc:sldMk cId="1573159894" sldId="343"/>
        </pc:sldMkLst>
        <pc:spChg chg="add mod">
          <ac:chgData name="Jorge Quesada" userId="1e7a5ede-1cf3-401e-a711-5dca5260a3f1" providerId="ADAL" clId="{389151CD-9132-4A22-AB68-1F8C6B7515C5}" dt="2026-08-27T14:30:05.465" v="31" actId="1076"/>
          <ac:spMkLst>
            <pc:docMk/>
            <pc:sldMk cId="1573159894" sldId="343"/>
            <ac:spMk id="8" creationId="{8745D523-0C18-08EC-1A7B-58AD7D90026C}"/>
          </ac:spMkLst>
        </pc:spChg>
        <pc:picChg chg="add mod">
          <ac:chgData name="Jorge Quesada" userId="1e7a5ede-1cf3-401e-a711-5dca5260a3f1" providerId="ADAL" clId="{389151CD-9132-4A22-AB68-1F8C6B7515C5}" dt="2026-08-27T15:42:49.897" v="98" actId="1076"/>
          <ac:picMkLst>
            <pc:docMk/>
            <pc:sldMk cId="1573159894" sldId="343"/>
            <ac:picMk id="11" creationId="{7D12AFAF-FE27-29D7-FC84-7E66FC8FF08A}"/>
          </ac:picMkLst>
        </pc:picChg>
        <pc:picChg chg="add mod">
          <ac:chgData name="Jorge Quesada" userId="1e7a5ede-1cf3-401e-a711-5dca5260a3f1" providerId="ADAL" clId="{389151CD-9132-4A22-AB68-1F8C6B7515C5}" dt="2026-08-27T15:42:54.184" v="100" actId="1076"/>
          <ac:picMkLst>
            <pc:docMk/>
            <pc:sldMk cId="1573159894" sldId="343"/>
            <ac:picMk id="13" creationId="{E562D2E1-E88A-5A81-429B-EFCF2F8DE7CB}"/>
          </ac:picMkLst>
        </pc:picChg>
      </pc:sldChg>
      <pc:sldChg chg="addSp delSp modSp mod">
        <pc:chgData name="Jorge Quesada" userId="1e7a5ede-1cf3-401e-a711-5dca5260a3f1" providerId="ADAL" clId="{389151CD-9132-4A22-AB68-1F8C6B7515C5}" dt="2026-08-27T15:43:10.667" v="105" actId="1076"/>
        <pc:sldMkLst>
          <pc:docMk/>
          <pc:sldMk cId="4031072067" sldId="344"/>
        </pc:sldMkLst>
        <pc:spChg chg="add mod">
          <ac:chgData name="Jorge Quesada" userId="1e7a5ede-1cf3-401e-a711-5dca5260a3f1" providerId="ADAL" clId="{389151CD-9132-4A22-AB68-1F8C6B7515C5}" dt="2026-08-27T14:30:19.802" v="34" actId="1076"/>
          <ac:spMkLst>
            <pc:docMk/>
            <pc:sldMk cId="4031072067" sldId="344"/>
            <ac:spMk id="7" creationId="{0E1C3B9A-5102-B381-303A-8B324C83A7BD}"/>
          </ac:spMkLst>
        </pc:spChg>
        <pc:picChg chg="mod">
          <ac:chgData name="Jorge Quesada" userId="1e7a5ede-1cf3-401e-a711-5dca5260a3f1" providerId="ADAL" clId="{389151CD-9132-4A22-AB68-1F8C6B7515C5}" dt="2026-08-27T14:30:14.277" v="33" actId="1076"/>
          <ac:picMkLst>
            <pc:docMk/>
            <pc:sldMk cId="4031072067" sldId="344"/>
            <ac:picMk id="8" creationId="{C3DBBED9-0D3A-723A-0332-FEAC5B6338F1}"/>
          </ac:picMkLst>
        </pc:picChg>
        <pc:picChg chg="add">
          <ac:chgData name="Jorge Quesada" userId="1e7a5ede-1cf3-401e-a711-5dca5260a3f1" providerId="ADAL" clId="{389151CD-9132-4A22-AB68-1F8C6B7515C5}" dt="2026-08-27T15:43:01.217" v="103" actId="22"/>
          <ac:picMkLst>
            <pc:docMk/>
            <pc:sldMk cId="4031072067" sldId="344"/>
            <ac:picMk id="10" creationId="{92D41483-ED68-9AB1-042A-AC3FE3FAB768}"/>
          </ac:picMkLst>
        </pc:picChg>
        <pc:picChg chg="add mod">
          <ac:chgData name="Jorge Quesada" userId="1e7a5ede-1cf3-401e-a711-5dca5260a3f1" providerId="ADAL" clId="{389151CD-9132-4A22-AB68-1F8C6B7515C5}" dt="2026-08-27T15:43:10.667" v="105" actId="1076"/>
          <ac:picMkLst>
            <pc:docMk/>
            <pc:sldMk cId="4031072067" sldId="344"/>
            <ac:picMk id="13" creationId="{E8AC7EB6-D928-DF06-3DD9-7A12A3351197}"/>
          </ac:picMkLst>
        </pc:picChg>
      </pc:sldChg>
      <pc:sldChg chg="addSp delSp modSp mod">
        <pc:chgData name="Jorge Quesada" userId="1e7a5ede-1cf3-401e-a711-5dca5260a3f1" providerId="ADAL" clId="{389151CD-9132-4A22-AB68-1F8C6B7515C5}" dt="2026-08-27T15:43:20.656" v="110" actId="1076"/>
        <pc:sldMkLst>
          <pc:docMk/>
          <pc:sldMk cId="554736728" sldId="345"/>
        </pc:sldMkLst>
        <pc:spChg chg="add mod">
          <ac:chgData name="Jorge Quesada" userId="1e7a5ede-1cf3-401e-a711-5dca5260a3f1" providerId="ADAL" clId="{389151CD-9132-4A22-AB68-1F8C6B7515C5}" dt="2026-08-27T14:30:52.578" v="48" actId="1076"/>
          <ac:spMkLst>
            <pc:docMk/>
            <pc:sldMk cId="554736728" sldId="345"/>
            <ac:spMk id="8" creationId="{DE580450-B236-545D-BB52-A12A13A86460}"/>
          </ac:spMkLst>
        </pc:spChg>
        <pc:picChg chg="add">
          <ac:chgData name="Jorge Quesada" userId="1e7a5ede-1cf3-401e-a711-5dca5260a3f1" providerId="ADAL" clId="{389151CD-9132-4A22-AB68-1F8C6B7515C5}" dt="2026-08-27T15:43:17.010" v="108" actId="22"/>
          <ac:picMkLst>
            <pc:docMk/>
            <pc:sldMk cId="554736728" sldId="345"/>
            <ac:picMk id="10" creationId="{8533DAD8-B840-0FF0-6442-1F77780DDE00}"/>
          </ac:picMkLst>
        </pc:picChg>
        <pc:picChg chg="add mod">
          <ac:chgData name="Jorge Quesada" userId="1e7a5ede-1cf3-401e-a711-5dca5260a3f1" providerId="ADAL" clId="{389151CD-9132-4A22-AB68-1F8C6B7515C5}" dt="2026-08-27T15:43:20.656" v="110" actId="1076"/>
          <ac:picMkLst>
            <pc:docMk/>
            <pc:sldMk cId="554736728" sldId="345"/>
            <ac:picMk id="12" creationId="{8A5986F9-9544-8B00-044F-8ED1D5AA5B2F}"/>
          </ac:picMkLst>
        </pc:picChg>
      </pc:sldChg>
      <pc:sldChg chg="addSp delSp modSp mod">
        <pc:chgData name="Jorge Quesada" userId="1e7a5ede-1cf3-401e-a711-5dca5260a3f1" providerId="ADAL" clId="{389151CD-9132-4A22-AB68-1F8C6B7515C5}" dt="2026-08-27T15:43:34.994" v="117" actId="1076"/>
        <pc:sldMkLst>
          <pc:docMk/>
          <pc:sldMk cId="1848441470" sldId="346"/>
        </pc:sldMkLst>
        <pc:spChg chg="add mod">
          <ac:chgData name="Jorge Quesada" userId="1e7a5ede-1cf3-401e-a711-5dca5260a3f1" providerId="ADAL" clId="{389151CD-9132-4A22-AB68-1F8C6B7515C5}" dt="2026-08-27T14:31:07.755" v="50" actId="1076"/>
          <ac:spMkLst>
            <pc:docMk/>
            <pc:sldMk cId="1848441470" sldId="346"/>
            <ac:spMk id="7" creationId="{B4E67C7B-D289-05F1-57D2-0F908255505E}"/>
          </ac:spMkLst>
        </pc:spChg>
        <pc:picChg chg="add mod">
          <ac:chgData name="Jorge Quesada" userId="1e7a5ede-1cf3-401e-a711-5dca5260a3f1" providerId="ADAL" clId="{389151CD-9132-4A22-AB68-1F8C6B7515C5}" dt="2026-08-27T15:43:31.129" v="115" actId="1076"/>
          <ac:picMkLst>
            <pc:docMk/>
            <pc:sldMk cId="1848441470" sldId="346"/>
            <ac:picMk id="11" creationId="{488DFA3D-D492-8881-82E4-2243B85F1DE7}"/>
          </ac:picMkLst>
        </pc:picChg>
        <pc:picChg chg="add mod">
          <ac:chgData name="Jorge Quesada" userId="1e7a5ede-1cf3-401e-a711-5dca5260a3f1" providerId="ADAL" clId="{389151CD-9132-4A22-AB68-1F8C6B7515C5}" dt="2026-08-27T15:43:34.994" v="117" actId="1076"/>
          <ac:picMkLst>
            <pc:docMk/>
            <pc:sldMk cId="1848441470" sldId="346"/>
            <ac:picMk id="13" creationId="{556CF984-E7B2-B720-81CB-C5DB095ACA1E}"/>
          </ac:picMkLst>
        </pc:picChg>
      </pc:sldChg>
      <pc:sldChg chg="addSp delSp modSp mod">
        <pc:chgData name="Jorge Quesada" userId="1e7a5ede-1cf3-401e-a711-5dca5260a3f1" providerId="ADAL" clId="{389151CD-9132-4A22-AB68-1F8C6B7515C5}" dt="2026-08-27T15:43:49.239" v="123" actId="1076"/>
        <pc:sldMkLst>
          <pc:docMk/>
          <pc:sldMk cId="2988189378" sldId="347"/>
        </pc:sldMkLst>
        <pc:spChg chg="add mod">
          <ac:chgData name="Jorge Quesada" userId="1e7a5ede-1cf3-401e-a711-5dca5260a3f1" providerId="ADAL" clId="{389151CD-9132-4A22-AB68-1F8C6B7515C5}" dt="2026-08-27T14:31:30.145" v="63" actId="20577"/>
          <ac:spMkLst>
            <pc:docMk/>
            <pc:sldMk cId="2988189378" sldId="347"/>
            <ac:spMk id="9" creationId="{5ADE4035-3F41-2BB0-C256-1A2B832D7A8E}"/>
          </ac:spMkLst>
        </pc:spChg>
        <pc:picChg chg="mod">
          <ac:chgData name="Jorge Quesada" userId="1e7a5ede-1cf3-401e-a711-5dca5260a3f1" providerId="ADAL" clId="{389151CD-9132-4A22-AB68-1F8C6B7515C5}" dt="2026-08-27T14:31:16.437" v="52" actId="1076"/>
          <ac:picMkLst>
            <pc:docMk/>
            <pc:sldMk cId="2988189378" sldId="347"/>
            <ac:picMk id="6" creationId="{26081214-F7C4-46A3-9E09-293F746A1CD6}"/>
          </ac:picMkLst>
        </pc:picChg>
        <pc:picChg chg="mod">
          <ac:chgData name="Jorge Quesada" userId="1e7a5ede-1cf3-401e-a711-5dca5260a3f1" providerId="ADAL" clId="{389151CD-9132-4A22-AB68-1F8C6B7515C5}" dt="2026-08-27T14:31:14.723" v="51" actId="1076"/>
          <ac:picMkLst>
            <pc:docMk/>
            <pc:sldMk cId="2988189378" sldId="347"/>
            <ac:picMk id="7" creationId="{1D1C7B90-9B95-0ABB-E226-F564A897F7EE}"/>
          </ac:picMkLst>
        </pc:picChg>
        <pc:picChg chg="add mod">
          <ac:chgData name="Jorge Quesada" userId="1e7a5ede-1cf3-401e-a711-5dca5260a3f1" providerId="ADAL" clId="{389151CD-9132-4A22-AB68-1F8C6B7515C5}" dt="2026-08-27T15:43:44.414" v="121" actId="1076"/>
          <ac:picMkLst>
            <pc:docMk/>
            <pc:sldMk cId="2988189378" sldId="347"/>
            <ac:picMk id="11" creationId="{8B4A1BF4-A0A0-B416-3D19-3BA9A8879B88}"/>
          </ac:picMkLst>
        </pc:picChg>
        <pc:picChg chg="add mod">
          <ac:chgData name="Jorge Quesada" userId="1e7a5ede-1cf3-401e-a711-5dca5260a3f1" providerId="ADAL" clId="{389151CD-9132-4A22-AB68-1F8C6B7515C5}" dt="2026-08-27T15:43:49.239" v="123" actId="1076"/>
          <ac:picMkLst>
            <pc:docMk/>
            <pc:sldMk cId="2988189378" sldId="347"/>
            <ac:picMk id="13" creationId="{18DDEA84-1E57-47F4-7F37-C6EDD6C91801}"/>
          </ac:picMkLst>
        </pc:picChg>
      </pc:sldChg>
      <pc:sldChg chg="addSp delSp modSp mod">
        <pc:chgData name="Jorge Quesada" userId="1e7a5ede-1cf3-401e-a711-5dca5260a3f1" providerId="ADAL" clId="{389151CD-9132-4A22-AB68-1F8C6B7515C5}" dt="2026-08-27T14:32:03.174" v="79"/>
        <pc:sldMkLst>
          <pc:docMk/>
          <pc:sldMk cId="2649635619" sldId="348"/>
        </pc:sldMkLst>
        <pc:spChg chg="add mod">
          <ac:chgData name="Jorge Quesada" userId="1e7a5ede-1cf3-401e-a711-5dca5260a3f1" providerId="ADAL" clId="{389151CD-9132-4A22-AB68-1F8C6B7515C5}" dt="2026-08-27T14:31:56.967" v="76" actId="20577"/>
          <ac:spMkLst>
            <pc:docMk/>
            <pc:sldMk cId="2649635619" sldId="348"/>
            <ac:spMk id="5" creationId="{DE6C3F7E-B00A-35A6-494D-E6D8A3CC2929}"/>
          </ac:spMkLst>
        </pc:spChg>
      </pc:sldChg>
      <pc:sldChg chg="add">
        <pc:chgData name="Jorge Quesada" userId="1e7a5ede-1cf3-401e-a711-5dca5260a3f1" providerId="ADAL" clId="{389151CD-9132-4A22-AB68-1F8C6B7515C5}" dt="2026-08-27T14:32:10.356" v="80"/>
        <pc:sldMkLst>
          <pc:docMk/>
          <pc:sldMk cId="3508991358" sldId="349"/>
        </pc:sldMkLst>
      </pc:sldChg>
      <pc:sldChg chg="add">
        <pc:chgData name="Jorge Quesada" userId="1e7a5ede-1cf3-401e-a711-5dca5260a3f1" providerId="ADAL" clId="{389151CD-9132-4A22-AB68-1F8C6B7515C5}" dt="2026-08-27T14:32:12.880" v="81"/>
        <pc:sldMkLst>
          <pc:docMk/>
          <pc:sldMk cId="1091018604" sldId="350"/>
        </pc:sldMkLst>
      </pc:sldChg>
      <pc:sldChg chg="delSp modSp add mod">
        <pc:chgData name="Jorge Quesada" userId="1e7a5ede-1cf3-401e-a711-5dca5260a3f1" providerId="ADAL" clId="{389151CD-9132-4A22-AB68-1F8C6B7515C5}" dt="2026-08-31T04:37:22.574" v="179" actId="20577"/>
        <pc:sldMkLst>
          <pc:docMk/>
          <pc:sldMk cId="3979228366" sldId="351"/>
        </pc:sldMkLst>
        <pc:spChg chg="mod">
          <ac:chgData name="Jorge Quesada" userId="1e7a5ede-1cf3-401e-a711-5dca5260a3f1" providerId="ADAL" clId="{389151CD-9132-4A22-AB68-1F8C6B7515C5}" dt="2026-08-31T04:37:22.574" v="179" actId="20577"/>
          <ac:spMkLst>
            <pc:docMk/>
            <pc:sldMk cId="3979228366" sldId="351"/>
            <ac:spMk id="6" creationId="{35943F91-7BCA-75BB-4FA1-52A82B0CD703}"/>
          </ac:spMkLst>
        </pc:spChg>
        <pc:picChg chg="mod">
          <ac:chgData name="Jorge Quesada" userId="1e7a5ede-1cf3-401e-a711-5dca5260a3f1" providerId="ADAL" clId="{389151CD-9132-4A22-AB68-1F8C6B7515C5}" dt="2026-08-31T04:36:48.018" v="146" actId="1076"/>
          <ac:picMkLst>
            <pc:docMk/>
            <pc:sldMk cId="3979228366" sldId="351"/>
            <ac:picMk id="2" creationId="{FD9DE0C1-E18A-F268-9F20-B0BA1BB9F1ED}"/>
          </ac:picMkLst>
        </pc:picChg>
        <pc:picChg chg="mod">
          <ac:chgData name="Jorge Quesada" userId="1e7a5ede-1cf3-401e-a711-5dca5260a3f1" providerId="ADAL" clId="{389151CD-9132-4A22-AB68-1F8C6B7515C5}" dt="2026-08-31T04:36:45.340" v="145" actId="1076"/>
          <ac:picMkLst>
            <pc:docMk/>
            <pc:sldMk cId="3979228366" sldId="351"/>
            <ac:picMk id="3" creationId="{E390813E-CC49-42AC-D6B7-9DEB55F07F45}"/>
          </ac:picMkLst>
        </pc:picChg>
        <pc:picChg chg="del">
          <ac:chgData name="Jorge Quesada" userId="1e7a5ede-1cf3-401e-a711-5dca5260a3f1" providerId="ADAL" clId="{389151CD-9132-4A22-AB68-1F8C6B7515C5}" dt="2026-08-31T04:36:43.584" v="144" actId="478"/>
          <ac:picMkLst>
            <pc:docMk/>
            <pc:sldMk cId="3979228366" sldId="351"/>
            <ac:picMk id="4" creationId="{FDC1D1EA-945C-B33D-2351-D1CE332840CB}"/>
          </ac:picMkLst>
        </pc:picChg>
      </pc:sldChg>
      <pc:sldChg chg="add">
        <pc:chgData name="Jorge Quesada" userId="1e7a5ede-1cf3-401e-a711-5dca5260a3f1" providerId="ADAL" clId="{389151CD-9132-4A22-AB68-1F8C6B7515C5}" dt="2026-08-27T14:32:16.958" v="83"/>
        <pc:sldMkLst>
          <pc:docMk/>
          <pc:sldMk cId="4264187088" sldId="352"/>
        </pc:sldMkLst>
      </pc:sldChg>
      <pc:sldChg chg="delSp modSp mod">
        <pc:chgData name="Jorge Quesada" userId="1e7a5ede-1cf3-401e-a711-5dca5260a3f1" providerId="ADAL" clId="{389151CD-9132-4A22-AB68-1F8C6B7515C5}" dt="2026-08-31T04:36:32.973" v="143" actId="1076"/>
        <pc:sldMkLst>
          <pc:docMk/>
          <pc:sldMk cId="2469267698" sldId="355"/>
        </pc:sldMkLst>
        <pc:spChg chg="mod">
          <ac:chgData name="Jorge Quesada" userId="1e7a5ede-1cf3-401e-a711-5dca5260a3f1" providerId="ADAL" clId="{389151CD-9132-4A22-AB68-1F8C6B7515C5}" dt="2026-08-31T04:35:07.505" v="124" actId="1076"/>
          <ac:spMkLst>
            <pc:docMk/>
            <pc:sldMk cId="2469267698" sldId="355"/>
            <ac:spMk id="5" creationId="{E4BF49E9-39FF-E593-427E-65E699C22E1A}"/>
          </ac:spMkLst>
        </pc:spChg>
        <pc:spChg chg="mod">
          <ac:chgData name="Jorge Quesada" userId="1e7a5ede-1cf3-401e-a711-5dca5260a3f1" providerId="ADAL" clId="{389151CD-9132-4A22-AB68-1F8C6B7515C5}" dt="2026-08-31T04:36:32.973" v="143" actId="1076"/>
          <ac:spMkLst>
            <pc:docMk/>
            <pc:sldMk cId="2469267698" sldId="355"/>
            <ac:spMk id="10" creationId="{DC167CB0-0234-0EAD-A0FE-02E62B9F896D}"/>
          </ac:spMkLst>
        </pc:spChg>
        <pc:picChg chg="mod">
          <ac:chgData name="Jorge Quesada" userId="1e7a5ede-1cf3-401e-a711-5dca5260a3f1" providerId="ADAL" clId="{389151CD-9132-4A22-AB68-1F8C6B7515C5}" dt="2026-08-31T04:36:25.503" v="141" actId="1076"/>
          <ac:picMkLst>
            <pc:docMk/>
            <pc:sldMk cId="2469267698" sldId="355"/>
            <ac:picMk id="3" creationId="{7F9B9F8B-828A-3E4A-E59B-213EDB1F84CA}"/>
          </ac:picMkLst>
        </pc:picChg>
        <pc:picChg chg="del">
          <ac:chgData name="Jorge Quesada" userId="1e7a5ede-1cf3-401e-a711-5dca5260a3f1" providerId="ADAL" clId="{389151CD-9132-4A22-AB68-1F8C6B7515C5}" dt="2026-08-31T04:36:08.249" v="135" actId="478"/>
          <ac:picMkLst>
            <pc:docMk/>
            <pc:sldMk cId="2469267698" sldId="355"/>
            <ac:picMk id="4" creationId="{E744B1DA-5121-F080-D3C4-2CBDD7E2005A}"/>
          </ac:picMkLst>
        </pc:picChg>
        <pc:picChg chg="mod">
          <ac:chgData name="Jorge Quesada" userId="1e7a5ede-1cf3-401e-a711-5dca5260a3f1" providerId="ADAL" clId="{389151CD-9132-4A22-AB68-1F8C6B7515C5}" dt="2026-08-31T04:36:27.791" v="142" actId="1076"/>
          <ac:picMkLst>
            <pc:docMk/>
            <pc:sldMk cId="2469267698" sldId="355"/>
            <ac:picMk id="6" creationId="{E328E93A-64B2-A208-478C-E1251F24F766}"/>
          </ac:picMkLst>
        </pc:picChg>
      </pc:sldChg>
      <pc:sldChg chg="addSp modSp mod">
        <pc:chgData name="Jorge Quesada" userId="1e7a5ede-1cf3-401e-a711-5dca5260a3f1" providerId="ADAL" clId="{389151CD-9132-4A22-AB68-1F8C6B7515C5}" dt="2026-08-31T04:35:26.382" v="127" actId="14100"/>
        <pc:sldMkLst>
          <pc:docMk/>
          <pc:sldMk cId="3893275454" sldId="356"/>
        </pc:sldMkLst>
        <pc:spChg chg="add">
          <ac:chgData name="Jorge Quesada" userId="1e7a5ede-1cf3-401e-a711-5dca5260a3f1" providerId="ADAL" clId="{389151CD-9132-4A22-AB68-1F8C6B7515C5}" dt="2026-08-31T04:35:18.319" v="125" actId="22"/>
          <ac:spMkLst>
            <pc:docMk/>
            <pc:sldMk cId="3893275454" sldId="356"/>
            <ac:spMk id="5" creationId="{4F7C2FAC-818F-D050-1BA6-E10620DD9FA0}"/>
          </ac:spMkLst>
        </pc:spChg>
        <pc:picChg chg="mod">
          <ac:chgData name="Jorge Quesada" userId="1e7a5ede-1cf3-401e-a711-5dca5260a3f1" providerId="ADAL" clId="{389151CD-9132-4A22-AB68-1F8C6B7515C5}" dt="2026-08-31T04:35:23.066" v="126" actId="14100"/>
          <ac:picMkLst>
            <pc:docMk/>
            <pc:sldMk cId="3893275454" sldId="356"/>
            <ac:picMk id="4" creationId="{CAA40BE4-B14D-9E87-7E21-1621818045F9}"/>
          </ac:picMkLst>
        </pc:picChg>
        <pc:picChg chg="mod">
          <ac:chgData name="Jorge Quesada" userId="1e7a5ede-1cf3-401e-a711-5dca5260a3f1" providerId="ADAL" clId="{389151CD-9132-4A22-AB68-1F8C6B7515C5}" dt="2026-08-31T04:35:26.382" v="127" actId="14100"/>
          <ac:picMkLst>
            <pc:docMk/>
            <pc:sldMk cId="3893275454" sldId="356"/>
            <ac:picMk id="8" creationId="{BA3EF9F5-8AC5-6AD3-A2B4-070E765AEB8E}"/>
          </ac:picMkLst>
        </pc:picChg>
      </pc:sldChg>
      <pc:sldChg chg="addSp modSp mod">
        <pc:chgData name="Jorge Quesada" userId="1e7a5ede-1cf3-401e-a711-5dca5260a3f1" providerId="ADAL" clId="{389151CD-9132-4A22-AB68-1F8C6B7515C5}" dt="2026-08-31T04:35:35.511" v="130" actId="22"/>
        <pc:sldMkLst>
          <pc:docMk/>
          <pc:sldMk cId="4011523146" sldId="360"/>
        </pc:sldMkLst>
        <pc:spChg chg="add">
          <ac:chgData name="Jorge Quesada" userId="1e7a5ede-1cf3-401e-a711-5dca5260a3f1" providerId="ADAL" clId="{389151CD-9132-4A22-AB68-1F8C6B7515C5}" dt="2026-08-31T04:35:35.511" v="130" actId="22"/>
          <ac:spMkLst>
            <pc:docMk/>
            <pc:sldMk cId="4011523146" sldId="360"/>
            <ac:spMk id="3" creationId="{D8689590-C77A-AB91-08AA-D48FCE09FA8F}"/>
          </ac:spMkLst>
        </pc:spChg>
        <pc:picChg chg="mod">
          <ac:chgData name="Jorge Quesada" userId="1e7a5ede-1cf3-401e-a711-5dca5260a3f1" providerId="ADAL" clId="{389151CD-9132-4A22-AB68-1F8C6B7515C5}" dt="2026-08-31T04:35:30.319" v="128" actId="14100"/>
          <ac:picMkLst>
            <pc:docMk/>
            <pc:sldMk cId="4011523146" sldId="360"/>
            <ac:picMk id="8" creationId="{716C37BB-1067-9036-5497-4FE95B4D68A1}"/>
          </ac:picMkLst>
        </pc:picChg>
        <pc:picChg chg="mod">
          <ac:chgData name="Jorge Quesada" userId="1e7a5ede-1cf3-401e-a711-5dca5260a3f1" providerId="ADAL" clId="{389151CD-9132-4A22-AB68-1F8C6B7515C5}" dt="2026-08-31T04:35:33.386" v="129" actId="14100"/>
          <ac:picMkLst>
            <pc:docMk/>
            <pc:sldMk cId="4011523146" sldId="360"/>
            <ac:picMk id="10" creationId="{A38A6B74-930A-05DD-C5D4-199D3F312A89}"/>
          </ac:picMkLst>
        </pc:picChg>
      </pc:sldChg>
      <pc:sldChg chg="addSp modSp mod">
        <pc:chgData name="Jorge Quesada" userId="1e7a5ede-1cf3-401e-a711-5dca5260a3f1" providerId="ADAL" clId="{389151CD-9132-4A22-AB68-1F8C6B7515C5}" dt="2026-08-31T04:35:48.201" v="134" actId="22"/>
        <pc:sldMkLst>
          <pc:docMk/>
          <pc:sldMk cId="2424611970" sldId="361"/>
        </pc:sldMkLst>
        <pc:spChg chg="add">
          <ac:chgData name="Jorge Quesada" userId="1e7a5ede-1cf3-401e-a711-5dca5260a3f1" providerId="ADAL" clId="{389151CD-9132-4A22-AB68-1F8C6B7515C5}" dt="2026-08-31T04:35:48.201" v="134" actId="22"/>
          <ac:spMkLst>
            <pc:docMk/>
            <pc:sldMk cId="2424611970" sldId="361"/>
            <ac:spMk id="6" creationId="{0A98C4A4-F425-2AA8-7F1E-9A5B698D4401}"/>
          </ac:spMkLst>
        </pc:spChg>
        <pc:picChg chg="mod">
          <ac:chgData name="Jorge Quesada" userId="1e7a5ede-1cf3-401e-a711-5dca5260a3f1" providerId="ADAL" clId="{389151CD-9132-4A22-AB68-1F8C6B7515C5}" dt="2026-08-31T04:35:46.586" v="133" actId="14100"/>
          <ac:picMkLst>
            <pc:docMk/>
            <pc:sldMk cId="2424611970" sldId="361"/>
            <ac:picMk id="2" creationId="{A8D76096-24DE-0B1E-91E3-947E5BDC9B76}"/>
          </ac:picMkLst>
        </pc:picChg>
        <pc:picChg chg="mod">
          <ac:chgData name="Jorge Quesada" userId="1e7a5ede-1cf3-401e-a711-5dca5260a3f1" providerId="ADAL" clId="{389151CD-9132-4A22-AB68-1F8C6B7515C5}" dt="2026-08-31T04:35:42.026" v="131" actId="14100"/>
          <ac:picMkLst>
            <pc:docMk/>
            <pc:sldMk cId="2424611970" sldId="361"/>
            <ac:picMk id="8" creationId="{F118BE15-FCE2-7BCC-1665-6F613AAC20EE}"/>
          </ac:picMkLst>
        </pc:picChg>
      </pc:sldChg>
    </pc:docChg>
  </pc:docChgLst>
  <pc:docChgLst>
    <pc:chgData name="Laboratorio Alcolea" userId="S::laboratorio.alcolea@refresco.com::1a19a294-b83a-415b-ba80-93567e4bb9c4" providerId="AD" clId="Web-{2EFA3251-99B6-15A3-4EE9-2E09C872AA90}"/>
    <pc:docChg chg="modSld">
      <pc:chgData name="Laboratorio Alcolea" userId="S::laboratorio.alcolea@refresco.com::1a19a294-b83a-415b-ba80-93567e4bb9c4" providerId="AD" clId="Web-{2EFA3251-99B6-15A3-4EE9-2E09C872AA90}" dt="2026-08-30T12:28:41.998" v="14" actId="20577"/>
      <pc:docMkLst>
        <pc:docMk/>
      </pc:docMkLst>
      <pc:sldChg chg="addSp modSp">
        <pc:chgData name="Laboratorio Alcolea" userId="S::laboratorio.alcolea@refresco.com::1a19a294-b83a-415b-ba80-93567e4bb9c4" providerId="AD" clId="Web-{2EFA3251-99B6-15A3-4EE9-2E09C872AA90}" dt="2026-08-30T12:28:41.998" v="14" actId="20577"/>
        <pc:sldMkLst>
          <pc:docMk/>
          <pc:sldMk cId="2424611970" sldId="361"/>
        </pc:sldMkLst>
        <pc:spChg chg="add mod">
          <ac:chgData name="Laboratorio Alcolea" userId="S::laboratorio.alcolea@refresco.com::1a19a294-b83a-415b-ba80-93567e4bb9c4" providerId="AD" clId="Web-{2EFA3251-99B6-15A3-4EE9-2E09C872AA90}" dt="2026-08-30T12:28:41.998" v="14" actId="20577"/>
          <ac:spMkLst>
            <pc:docMk/>
            <pc:sldMk cId="2424611970" sldId="361"/>
            <ac:spMk id="3" creationId="{33F11416-969C-A1DA-F663-C0D843C8C160}"/>
          </ac:spMkLst>
        </pc:spChg>
        <pc:picChg chg="add mod">
          <ac:chgData name="Laboratorio Alcolea" userId="S::laboratorio.alcolea@refresco.com::1a19a294-b83a-415b-ba80-93567e4bb9c4" providerId="AD" clId="Web-{2EFA3251-99B6-15A3-4EE9-2E09C872AA90}" dt="2026-08-30T12:28:24.967" v="5" actId="1076"/>
          <ac:picMkLst>
            <pc:docMk/>
            <pc:sldMk cId="2424611970" sldId="361"/>
            <ac:picMk id="2" creationId="{A8D76096-24DE-0B1E-91E3-947E5BDC9B76}"/>
          </ac:picMkLst>
        </pc:picChg>
        <pc:picChg chg="mod">
          <ac:chgData name="Laboratorio Alcolea" userId="S::laboratorio.alcolea@refresco.com::1a19a294-b83a-415b-ba80-93567e4bb9c4" providerId="AD" clId="Web-{2EFA3251-99B6-15A3-4EE9-2E09C872AA90}" dt="2026-08-30T12:28:20.545" v="3" actId="1076"/>
          <ac:picMkLst>
            <pc:docMk/>
            <pc:sldMk cId="2424611970" sldId="361"/>
            <ac:picMk id="5" creationId="{3DA8E34A-C7E2-217A-DC37-B7D031A767E7}"/>
          </ac:picMkLst>
        </pc:picChg>
        <pc:picChg chg="mod">
          <ac:chgData name="Laboratorio Alcolea" userId="S::laboratorio.alcolea@refresco.com::1a19a294-b83a-415b-ba80-93567e4bb9c4" providerId="AD" clId="Web-{2EFA3251-99B6-15A3-4EE9-2E09C872AA90}" dt="2026-08-30T12:28:22.389" v="4" actId="1076"/>
          <ac:picMkLst>
            <pc:docMk/>
            <pc:sldMk cId="2424611970" sldId="361"/>
            <ac:picMk id="7" creationId="{6D4EF940-56EC-BF2C-64FD-2CB0D9A6A420}"/>
          </ac:picMkLst>
        </pc:picChg>
      </pc:sldChg>
    </pc:docChg>
  </pc:docChgLst>
  <pc:docChgLst>
    <pc:chgData name="Laboratorio Alcolea" userId="S::laboratorio.alcolea@refresco.com::1a19a294-b83a-415b-ba80-93567e4bb9c4" providerId="AD" clId="Web-{679FDB85-0AFA-DACF-1734-63144E04DB64}"/>
    <pc:docChg chg="modSld">
      <pc:chgData name="Laboratorio Alcolea" userId="S::laboratorio.alcolea@refresco.com::1a19a294-b83a-415b-ba80-93567e4bb9c4" providerId="AD" clId="Web-{679FDB85-0AFA-DACF-1734-63144E04DB64}" dt="2026-08-27T23:07:34.861" v="126" actId="1076"/>
      <pc:docMkLst>
        <pc:docMk/>
      </pc:docMkLst>
      <pc:sldChg chg="addSp modSp">
        <pc:chgData name="Laboratorio Alcolea" userId="S::laboratorio.alcolea@refresco.com::1a19a294-b83a-415b-ba80-93567e4bb9c4" providerId="AD" clId="Web-{679FDB85-0AFA-DACF-1734-63144E04DB64}" dt="2026-08-27T23:01:54.434" v="44" actId="20577"/>
        <pc:sldMkLst>
          <pc:docMk/>
          <pc:sldMk cId="2649635619" sldId="348"/>
        </pc:sldMkLst>
        <pc:spChg chg="add mod">
          <ac:chgData name="Laboratorio Alcolea" userId="S::laboratorio.alcolea@refresco.com::1a19a294-b83a-415b-ba80-93567e4bb9c4" providerId="AD" clId="Web-{679FDB85-0AFA-DACF-1734-63144E04DB64}" dt="2026-08-27T23:01:34.637" v="30" actId="1076"/>
          <ac:spMkLst>
            <pc:docMk/>
            <pc:sldMk cId="2649635619" sldId="348"/>
            <ac:spMk id="8" creationId="{8FA9E13F-7A13-9F93-8EC7-A67CBA8CF6A5}"/>
          </ac:spMkLst>
        </pc:spChg>
        <pc:spChg chg="add mod">
          <ac:chgData name="Laboratorio Alcolea" userId="S::laboratorio.alcolea@refresco.com::1a19a294-b83a-415b-ba80-93567e4bb9c4" providerId="AD" clId="Web-{679FDB85-0AFA-DACF-1734-63144E04DB64}" dt="2026-08-27T23:01:05.434" v="27" actId="20577"/>
          <ac:spMkLst>
            <pc:docMk/>
            <pc:sldMk cId="2649635619" sldId="348"/>
            <ac:spMk id="10" creationId="{88F80678-E945-DB21-EEB1-2A09DE1A9C51}"/>
          </ac:spMkLst>
        </pc:spChg>
        <pc:spChg chg="add mod">
          <ac:chgData name="Laboratorio Alcolea" userId="S::laboratorio.alcolea@refresco.com::1a19a294-b83a-415b-ba80-93567e4bb9c4" providerId="AD" clId="Web-{679FDB85-0AFA-DACF-1734-63144E04DB64}" dt="2026-08-27T23:01:54.434" v="44" actId="20577"/>
          <ac:spMkLst>
            <pc:docMk/>
            <pc:sldMk cId="2649635619" sldId="348"/>
            <ac:spMk id="12" creationId="{4ACC4F80-D4F5-51AC-1F44-FE0CD896B452}"/>
          </ac:spMkLst>
        </pc:spChg>
        <pc:picChg chg="add mod">
          <ac:chgData name="Laboratorio Alcolea" userId="S::laboratorio.alcolea@refresco.com::1a19a294-b83a-415b-ba80-93567e4bb9c4" providerId="AD" clId="Web-{679FDB85-0AFA-DACF-1734-63144E04DB64}" dt="2026-08-27T22:59:21.715" v="7" actId="14100"/>
          <ac:picMkLst>
            <pc:docMk/>
            <pc:sldMk cId="2649635619" sldId="348"/>
            <ac:picMk id="2" creationId="{D97CFE3B-84DA-8A2E-81B7-5BE00E341C42}"/>
          </ac:picMkLst>
        </pc:picChg>
        <pc:picChg chg="add mod">
          <ac:chgData name="Laboratorio Alcolea" userId="S::laboratorio.alcolea@refresco.com::1a19a294-b83a-415b-ba80-93567e4bb9c4" providerId="AD" clId="Web-{679FDB85-0AFA-DACF-1734-63144E04DB64}" dt="2026-08-27T23:00:35.449" v="23" actId="14100"/>
          <ac:picMkLst>
            <pc:docMk/>
            <pc:sldMk cId="2649635619" sldId="348"/>
            <ac:picMk id="6" creationId="{6D8A7897-2AB9-550F-C189-4DEE6965B55E}"/>
          </ac:picMkLst>
        </pc:picChg>
      </pc:sldChg>
      <pc:sldChg chg="addSp modSp">
        <pc:chgData name="Laboratorio Alcolea" userId="S::laboratorio.alcolea@refresco.com::1a19a294-b83a-415b-ba80-93567e4bb9c4" providerId="AD" clId="Web-{679FDB85-0AFA-DACF-1734-63144E04DB64}" dt="2026-08-27T23:05:16.813" v="84" actId="1076"/>
        <pc:sldMkLst>
          <pc:docMk/>
          <pc:sldMk cId="3508991358" sldId="349"/>
        </pc:sldMkLst>
        <pc:spChg chg="add mod">
          <ac:chgData name="Laboratorio Alcolea" userId="S::laboratorio.alcolea@refresco.com::1a19a294-b83a-415b-ba80-93567e4bb9c4" providerId="AD" clId="Web-{679FDB85-0AFA-DACF-1734-63144E04DB64}" dt="2026-08-27T23:03:43.453" v="77" actId="1076"/>
          <ac:spMkLst>
            <pc:docMk/>
            <pc:sldMk cId="3508991358" sldId="349"/>
            <ac:spMk id="6" creationId="{E00C293B-079F-EA81-844E-A8765DFCF135}"/>
          </ac:spMkLst>
        </pc:spChg>
        <pc:spChg chg="add mod">
          <ac:chgData name="Laboratorio Alcolea" userId="S::laboratorio.alcolea@refresco.com::1a19a294-b83a-415b-ba80-93567e4bb9c4" providerId="AD" clId="Web-{679FDB85-0AFA-DACF-1734-63144E04DB64}" dt="2026-08-27T23:05:16.813" v="84" actId="1076"/>
          <ac:spMkLst>
            <pc:docMk/>
            <pc:sldMk cId="3508991358" sldId="349"/>
            <ac:spMk id="8" creationId="{D9E28960-A783-C9AB-80CC-BCC46FC0AAC3}"/>
          </ac:spMkLst>
        </pc:spChg>
        <pc:picChg chg="add mod">
          <ac:chgData name="Laboratorio Alcolea" userId="S::laboratorio.alcolea@refresco.com::1a19a294-b83a-415b-ba80-93567e4bb9c4" providerId="AD" clId="Web-{679FDB85-0AFA-DACF-1734-63144E04DB64}" dt="2026-08-27T23:03:37.984" v="76" actId="14100"/>
          <ac:picMkLst>
            <pc:docMk/>
            <pc:sldMk cId="3508991358" sldId="349"/>
            <ac:picMk id="9" creationId="{BCB4E55C-61E1-F888-A361-427DB625BF4A}"/>
          </ac:picMkLst>
        </pc:picChg>
        <pc:picChg chg="add mod">
          <ac:chgData name="Laboratorio Alcolea" userId="S::laboratorio.alcolea@refresco.com::1a19a294-b83a-415b-ba80-93567e4bb9c4" providerId="AD" clId="Web-{679FDB85-0AFA-DACF-1734-63144E04DB64}" dt="2026-08-27T23:04:53.469" v="83" actId="14100"/>
          <ac:picMkLst>
            <pc:docMk/>
            <pc:sldMk cId="3508991358" sldId="349"/>
            <ac:picMk id="10" creationId="{C8CAAE24-27E6-AB46-CA4A-8C7A7FAC4784}"/>
          </ac:picMkLst>
        </pc:picChg>
      </pc:sldChg>
      <pc:sldChg chg="addSp delSp modSp">
        <pc:chgData name="Laboratorio Alcolea" userId="S::laboratorio.alcolea@refresco.com::1a19a294-b83a-415b-ba80-93567e4bb9c4" providerId="AD" clId="Web-{679FDB85-0AFA-DACF-1734-63144E04DB64}" dt="2026-08-27T23:07:34.861" v="126" actId="1076"/>
        <pc:sldMkLst>
          <pc:docMk/>
          <pc:sldMk cId="1091018604" sldId="350"/>
        </pc:sldMkLst>
        <pc:spChg chg="add mod">
          <ac:chgData name="Laboratorio Alcolea" userId="S::laboratorio.alcolea@refresco.com::1a19a294-b83a-415b-ba80-93567e4bb9c4" providerId="AD" clId="Web-{679FDB85-0AFA-DACF-1734-63144E04DB64}" dt="2026-08-27T23:07:34.861" v="126" actId="1076"/>
          <ac:spMkLst>
            <pc:docMk/>
            <pc:sldMk cId="1091018604" sldId="350"/>
            <ac:spMk id="8" creationId="{741D0E06-AE0B-B67F-9483-0396FAB502A1}"/>
          </ac:spMkLst>
        </pc:spChg>
        <pc:picChg chg="add mod">
          <ac:chgData name="Laboratorio Alcolea" userId="S::laboratorio.alcolea@refresco.com::1a19a294-b83a-415b-ba80-93567e4bb9c4" providerId="AD" clId="Web-{679FDB85-0AFA-DACF-1734-63144E04DB64}" dt="2026-08-27T23:06:06.235" v="87" actId="14100"/>
          <ac:picMkLst>
            <pc:docMk/>
            <pc:sldMk cId="1091018604" sldId="350"/>
            <ac:picMk id="2" creationId="{FBEC47F9-BC87-E77C-7398-2AFA94938C57}"/>
          </ac:picMkLst>
        </pc:picChg>
      </pc:sldChg>
    </pc:docChg>
  </pc:docChgLst>
  <pc:docChgLst>
    <pc:chgData name="Laboratorio Alcolea" userId="S::laboratorio.alcolea@refresco.com::1a19a294-b83a-415b-ba80-93567e4bb9c4" providerId="AD" clId="Web-{FD2D5DC3-42C0-8B50-4BF3-A2F3941F93B9}"/>
    <pc:docChg chg="addSld modSld">
      <pc:chgData name="Laboratorio Alcolea" userId="S::laboratorio.alcolea@refresco.com::1a19a294-b83a-415b-ba80-93567e4bb9c4" providerId="AD" clId="Web-{FD2D5DC3-42C0-8B50-4BF3-A2F3941F93B9}" dt="2026-08-29T13:04:42.915" v="402" actId="20577"/>
      <pc:docMkLst>
        <pc:docMk/>
      </pc:docMkLst>
      <pc:sldChg chg="addSp delSp modSp">
        <pc:chgData name="Laboratorio Alcolea" userId="S::laboratorio.alcolea@refresco.com::1a19a294-b83a-415b-ba80-93567e4bb9c4" providerId="AD" clId="Web-{FD2D5DC3-42C0-8B50-4BF3-A2F3941F93B9}" dt="2026-08-29T12:27:08.292" v="276" actId="20577"/>
        <pc:sldMkLst>
          <pc:docMk/>
          <pc:sldMk cId="3893275454" sldId="356"/>
        </pc:sldMkLst>
        <pc:spChg chg="mod">
          <ac:chgData name="Laboratorio Alcolea" userId="S::laboratorio.alcolea@refresco.com::1a19a294-b83a-415b-ba80-93567e4bb9c4" providerId="AD" clId="Web-{FD2D5DC3-42C0-8B50-4BF3-A2F3941F93B9}" dt="2026-08-29T12:26:08.417" v="250" actId="20577"/>
          <ac:spMkLst>
            <pc:docMk/>
            <pc:sldMk cId="3893275454" sldId="356"/>
            <ac:spMk id="3" creationId="{6BE79443-A42D-0823-EFCA-1927B3E34995}"/>
          </ac:spMkLst>
        </pc:spChg>
        <pc:spChg chg="add mod">
          <ac:chgData name="Laboratorio Alcolea" userId="S::laboratorio.alcolea@refresco.com::1a19a294-b83a-415b-ba80-93567e4bb9c4" providerId="AD" clId="Web-{FD2D5DC3-42C0-8B50-4BF3-A2F3941F93B9}" dt="2026-08-29T12:27:08.292" v="276" actId="20577"/>
          <ac:spMkLst>
            <pc:docMk/>
            <pc:sldMk cId="3893275454" sldId="356"/>
            <ac:spMk id="9" creationId="{296A1FCA-5E75-2E62-9EA1-42BEC0AD737B}"/>
          </ac:spMkLst>
        </pc:spChg>
        <pc:picChg chg="add mod">
          <ac:chgData name="Laboratorio Alcolea" userId="S::laboratorio.alcolea@refresco.com::1a19a294-b83a-415b-ba80-93567e4bb9c4" providerId="AD" clId="Web-{FD2D5DC3-42C0-8B50-4BF3-A2F3941F93B9}" dt="2026-08-29T12:25:14.338" v="217" actId="1076"/>
          <ac:picMkLst>
            <pc:docMk/>
            <pc:sldMk cId="3893275454" sldId="356"/>
            <ac:picMk id="4" creationId="{CAA40BE4-B14D-9E87-7E21-1621818045F9}"/>
          </ac:picMkLst>
        </pc:picChg>
        <pc:picChg chg="add mod">
          <ac:chgData name="Laboratorio Alcolea" userId="S::laboratorio.alcolea@refresco.com::1a19a294-b83a-415b-ba80-93567e4bb9c4" providerId="AD" clId="Web-{FD2D5DC3-42C0-8B50-4BF3-A2F3941F93B9}" dt="2026-08-29T12:25:24.698" v="219" actId="1076"/>
          <ac:picMkLst>
            <pc:docMk/>
            <pc:sldMk cId="3893275454" sldId="356"/>
            <ac:picMk id="6" creationId="{F937C3D9-6473-7583-64E8-DD73A0B3D281}"/>
          </ac:picMkLst>
        </pc:picChg>
        <pc:picChg chg="add mod">
          <ac:chgData name="Laboratorio Alcolea" userId="S::laboratorio.alcolea@refresco.com::1a19a294-b83a-415b-ba80-93567e4bb9c4" providerId="AD" clId="Web-{FD2D5DC3-42C0-8B50-4BF3-A2F3941F93B9}" dt="2026-08-29T12:26:16.573" v="252" actId="1076"/>
          <ac:picMkLst>
            <pc:docMk/>
            <pc:sldMk cId="3893275454" sldId="356"/>
            <ac:picMk id="7" creationId="{5A824C2B-7349-8258-0992-3F1BE725F51B}"/>
          </ac:picMkLst>
        </pc:picChg>
        <pc:picChg chg="add mod">
          <ac:chgData name="Laboratorio Alcolea" userId="S::laboratorio.alcolea@refresco.com::1a19a294-b83a-415b-ba80-93567e4bb9c4" providerId="AD" clId="Web-{FD2D5DC3-42C0-8B50-4BF3-A2F3941F93B9}" dt="2026-08-29T12:26:39.198" v="256" actId="1076"/>
          <ac:picMkLst>
            <pc:docMk/>
            <pc:sldMk cId="3893275454" sldId="356"/>
            <ac:picMk id="8" creationId="{BA3EF9F5-8AC5-6AD3-A2B4-070E765AEB8E}"/>
          </ac:picMkLst>
        </pc:picChg>
      </pc:sldChg>
      <pc:sldChg chg="addSp delSp modSp">
        <pc:chgData name="Laboratorio Alcolea" userId="S::laboratorio.alcolea@refresco.com::1a19a294-b83a-415b-ba80-93567e4bb9c4" providerId="AD" clId="Web-{FD2D5DC3-42C0-8B50-4BF3-A2F3941F93B9}" dt="2026-08-29T10:41:29.847" v="100" actId="20577"/>
        <pc:sldMkLst>
          <pc:docMk/>
          <pc:sldMk cId="460126324" sldId="357"/>
        </pc:sldMkLst>
        <pc:spChg chg="add mod">
          <ac:chgData name="Laboratorio Alcolea" userId="S::laboratorio.alcolea@refresco.com::1a19a294-b83a-415b-ba80-93567e4bb9c4" providerId="AD" clId="Web-{FD2D5DC3-42C0-8B50-4BF3-A2F3941F93B9}" dt="2026-08-29T10:39:37.050" v="46" actId="20577"/>
          <ac:spMkLst>
            <pc:docMk/>
            <pc:sldMk cId="460126324" sldId="357"/>
            <ac:spMk id="8" creationId="{77878262-7904-929E-34A1-EA2CAABB4CB0}"/>
          </ac:spMkLst>
        </pc:spChg>
        <pc:spChg chg="add mod">
          <ac:chgData name="Laboratorio Alcolea" userId="S::laboratorio.alcolea@refresco.com::1a19a294-b83a-415b-ba80-93567e4bb9c4" providerId="AD" clId="Web-{FD2D5DC3-42C0-8B50-4BF3-A2F3941F93B9}" dt="2026-08-29T10:41:29.847" v="100" actId="20577"/>
          <ac:spMkLst>
            <pc:docMk/>
            <pc:sldMk cId="460126324" sldId="357"/>
            <ac:spMk id="10" creationId="{E10CE35A-FB0D-B055-C1A6-A2E9FC4C059F}"/>
          </ac:spMkLst>
        </pc:spChg>
        <pc:picChg chg="add mod">
          <ac:chgData name="Laboratorio Alcolea" userId="S::laboratorio.alcolea@refresco.com::1a19a294-b83a-415b-ba80-93567e4bb9c4" providerId="AD" clId="Web-{FD2D5DC3-42C0-8B50-4BF3-A2F3941F93B9}" dt="2026-08-29T10:36:34.749" v="7" actId="1076"/>
          <ac:picMkLst>
            <pc:docMk/>
            <pc:sldMk cId="460126324" sldId="357"/>
            <ac:picMk id="2" creationId="{8D7CFEAA-A1BD-9CE1-D04F-2429F51440A5}"/>
          </ac:picMkLst>
        </pc:picChg>
        <pc:picChg chg="add mod">
          <ac:chgData name="Laboratorio Alcolea" userId="S::laboratorio.alcolea@refresco.com::1a19a294-b83a-415b-ba80-93567e4bb9c4" providerId="AD" clId="Web-{FD2D5DC3-42C0-8B50-4BF3-A2F3941F93B9}" dt="2026-08-29T10:40:56.706" v="54" actId="1076"/>
          <ac:picMkLst>
            <pc:docMk/>
            <pc:sldMk cId="460126324" sldId="357"/>
            <ac:picMk id="9" creationId="{311776E7-402C-B815-9DBD-D90CF2A770C0}"/>
          </ac:picMkLst>
        </pc:picChg>
      </pc:sldChg>
      <pc:sldChg chg="addSp modSp">
        <pc:chgData name="Laboratorio Alcolea" userId="S::laboratorio.alcolea@refresco.com::1a19a294-b83a-415b-ba80-93567e4bb9c4" providerId="AD" clId="Web-{FD2D5DC3-42C0-8B50-4BF3-A2F3941F93B9}" dt="2026-08-29T12:23:26.727" v="209" actId="20577"/>
        <pc:sldMkLst>
          <pc:docMk/>
          <pc:sldMk cId="3870344529" sldId="358"/>
        </pc:sldMkLst>
        <pc:spChg chg="add mod">
          <ac:chgData name="Laboratorio Alcolea" userId="S::laboratorio.alcolea@refresco.com::1a19a294-b83a-415b-ba80-93567e4bb9c4" providerId="AD" clId="Web-{FD2D5DC3-42C0-8B50-4BF3-A2F3941F93B9}" dt="2026-08-29T12:22:39.368" v="190" actId="20577"/>
          <ac:spMkLst>
            <pc:docMk/>
            <pc:sldMk cId="3870344529" sldId="358"/>
            <ac:spMk id="6" creationId="{CCA45623-C003-E89A-E18C-263F33FDD1FA}"/>
          </ac:spMkLst>
        </pc:spChg>
        <pc:spChg chg="add mod">
          <ac:chgData name="Laboratorio Alcolea" userId="S::laboratorio.alcolea@refresco.com::1a19a294-b83a-415b-ba80-93567e4bb9c4" providerId="AD" clId="Web-{FD2D5DC3-42C0-8B50-4BF3-A2F3941F93B9}" dt="2026-08-29T12:23:26.727" v="209" actId="20577"/>
          <ac:spMkLst>
            <pc:docMk/>
            <pc:sldMk cId="3870344529" sldId="358"/>
            <ac:spMk id="8" creationId="{454B9DC6-6CF8-5C99-B004-10BE9030E26B}"/>
          </ac:spMkLst>
        </pc:spChg>
        <pc:picChg chg="add mod">
          <ac:chgData name="Laboratorio Alcolea" userId="S::laboratorio.alcolea@refresco.com::1a19a294-b83a-415b-ba80-93567e4bb9c4" providerId="AD" clId="Web-{FD2D5DC3-42C0-8B50-4BF3-A2F3941F93B9}" dt="2026-08-29T12:22:15.660" v="164" actId="1076"/>
          <ac:picMkLst>
            <pc:docMk/>
            <pc:sldMk cId="3870344529" sldId="358"/>
            <ac:picMk id="2" creationId="{B05A1230-1965-C0C8-03AA-9B1772E1F24C}"/>
          </ac:picMkLst>
        </pc:picChg>
        <pc:picChg chg="add mod">
          <ac:chgData name="Laboratorio Alcolea" userId="S::laboratorio.alcolea@refresco.com::1a19a294-b83a-415b-ba80-93567e4bb9c4" providerId="AD" clId="Web-{FD2D5DC3-42C0-8B50-4BF3-A2F3941F93B9}" dt="2026-08-29T12:23:05.977" v="197" actId="14100"/>
          <ac:picMkLst>
            <pc:docMk/>
            <pc:sldMk cId="3870344529" sldId="358"/>
            <ac:picMk id="7" creationId="{EAACE780-C0BB-0D5F-9CC4-7DEBD5345C91}"/>
          </ac:picMkLst>
        </pc:picChg>
      </pc:sldChg>
      <pc:sldChg chg="addSp modSp">
        <pc:chgData name="Laboratorio Alcolea" userId="S::laboratorio.alcolea@refresco.com::1a19a294-b83a-415b-ba80-93567e4bb9c4" providerId="AD" clId="Web-{FD2D5DC3-42C0-8B50-4BF3-A2F3941F93B9}" dt="2026-08-29T10:49:01.625" v="158" actId="20577"/>
        <pc:sldMkLst>
          <pc:docMk/>
          <pc:sldMk cId="4043651714" sldId="359"/>
        </pc:sldMkLst>
        <pc:spChg chg="add mod">
          <ac:chgData name="Laboratorio Alcolea" userId="S::laboratorio.alcolea@refresco.com::1a19a294-b83a-415b-ba80-93567e4bb9c4" providerId="AD" clId="Web-{FD2D5DC3-42C0-8B50-4BF3-A2F3941F93B9}" dt="2026-08-29T10:42:45.644" v="134" actId="20577"/>
          <ac:spMkLst>
            <pc:docMk/>
            <pc:sldMk cId="4043651714" sldId="359"/>
            <ac:spMk id="6" creationId="{4CE3DF6C-2474-ED80-A45F-F7428E74E56C}"/>
          </ac:spMkLst>
        </pc:spChg>
        <pc:picChg chg="add mod">
          <ac:chgData name="Laboratorio Alcolea" userId="S::laboratorio.alcolea@refresco.com::1a19a294-b83a-415b-ba80-93567e4bb9c4" providerId="AD" clId="Web-{FD2D5DC3-42C0-8B50-4BF3-A2F3941F93B9}" dt="2026-08-29T10:42:20.331" v="104" actId="1076"/>
          <ac:picMkLst>
            <pc:docMk/>
            <pc:sldMk cId="4043651714" sldId="359"/>
            <ac:picMk id="2" creationId="{ACEFAFF5-74D5-7DFB-F2B9-B567D5FB01BD}"/>
          </ac:picMkLst>
        </pc:picChg>
      </pc:sldChg>
      <pc:sldChg chg="addSp delSp modSp new">
        <pc:chgData name="Laboratorio Alcolea" userId="S::laboratorio.alcolea@refresco.com::1a19a294-b83a-415b-ba80-93567e4bb9c4" providerId="AD" clId="Web-{FD2D5DC3-42C0-8B50-4BF3-A2F3941F93B9}" dt="2026-08-29T13:03:28.507" v="352" actId="20577"/>
        <pc:sldMkLst>
          <pc:docMk/>
          <pc:sldMk cId="4011523146" sldId="360"/>
        </pc:sldMkLst>
        <pc:spChg chg="add mod">
          <ac:chgData name="Laboratorio Alcolea" userId="S::laboratorio.alcolea@refresco.com::1a19a294-b83a-415b-ba80-93567e4bb9c4" providerId="AD" clId="Web-{FD2D5DC3-42C0-8B50-4BF3-A2F3941F93B9}" dt="2026-08-29T13:00:56.723" v="307" actId="20577"/>
          <ac:spMkLst>
            <pc:docMk/>
            <pc:sldMk cId="4011523146" sldId="360"/>
            <ac:spMk id="9" creationId="{37576A7D-5491-09A0-39EB-2FC47E2BCD2C}"/>
          </ac:spMkLst>
        </pc:spChg>
        <pc:spChg chg="add mod">
          <ac:chgData name="Laboratorio Alcolea" userId="S::laboratorio.alcolea@refresco.com::1a19a294-b83a-415b-ba80-93567e4bb9c4" providerId="AD" clId="Web-{FD2D5DC3-42C0-8B50-4BF3-A2F3941F93B9}" dt="2026-08-29T13:03:28.507" v="352" actId="20577"/>
          <ac:spMkLst>
            <pc:docMk/>
            <pc:sldMk cId="4011523146" sldId="360"/>
            <ac:spMk id="11" creationId="{3DF2E2D0-7866-447A-C287-8F947B8AB092}"/>
          </ac:spMkLst>
        </pc:spChg>
        <pc:picChg chg="add">
          <ac:chgData name="Laboratorio Alcolea" userId="S::laboratorio.alcolea@refresco.com::1a19a294-b83a-415b-ba80-93567e4bb9c4" providerId="AD" clId="Web-{FD2D5DC3-42C0-8B50-4BF3-A2F3941F93B9}" dt="2026-08-29T13:00:01.941" v="282"/>
          <ac:picMkLst>
            <pc:docMk/>
            <pc:sldMk cId="4011523146" sldId="360"/>
            <ac:picMk id="5" creationId="{AFB66C37-22BC-BCCE-1A28-C9ED6979ECA7}"/>
          </ac:picMkLst>
        </pc:picChg>
        <pc:picChg chg="add mod">
          <ac:chgData name="Laboratorio Alcolea" userId="S::laboratorio.alcolea@refresco.com::1a19a294-b83a-415b-ba80-93567e4bb9c4" providerId="AD" clId="Web-{FD2D5DC3-42C0-8B50-4BF3-A2F3941F93B9}" dt="2026-08-29T13:00:06.050" v="284" actId="1076"/>
          <ac:picMkLst>
            <pc:docMk/>
            <pc:sldMk cId="4011523146" sldId="360"/>
            <ac:picMk id="7" creationId="{40BFE0D8-48EC-7BA9-7A52-6396A928B47E}"/>
          </ac:picMkLst>
        </pc:picChg>
        <pc:picChg chg="add mod">
          <ac:chgData name="Laboratorio Alcolea" userId="S::laboratorio.alcolea@refresco.com::1a19a294-b83a-415b-ba80-93567e4bb9c4" providerId="AD" clId="Web-{FD2D5DC3-42C0-8B50-4BF3-A2F3941F93B9}" dt="2026-08-29T13:00:27.129" v="287" actId="1076"/>
          <ac:picMkLst>
            <pc:docMk/>
            <pc:sldMk cId="4011523146" sldId="360"/>
            <ac:picMk id="8" creationId="{716C37BB-1067-9036-5497-4FE95B4D68A1}"/>
          </ac:picMkLst>
        </pc:picChg>
        <pc:picChg chg="add mod">
          <ac:chgData name="Laboratorio Alcolea" userId="S::laboratorio.alcolea@refresco.com::1a19a294-b83a-415b-ba80-93567e4bb9c4" providerId="AD" clId="Web-{FD2D5DC3-42C0-8B50-4BF3-A2F3941F93B9}" dt="2026-08-29T13:02:34.162" v="313" actId="1076"/>
          <ac:picMkLst>
            <pc:docMk/>
            <pc:sldMk cId="4011523146" sldId="360"/>
            <ac:picMk id="10" creationId="{A38A6B74-930A-05DD-C5D4-199D3F312A89}"/>
          </ac:picMkLst>
        </pc:picChg>
      </pc:sldChg>
      <pc:sldChg chg="addSp delSp modSp new">
        <pc:chgData name="Laboratorio Alcolea" userId="S::laboratorio.alcolea@refresco.com::1a19a294-b83a-415b-ba80-93567e4bb9c4" providerId="AD" clId="Web-{FD2D5DC3-42C0-8B50-4BF3-A2F3941F93B9}" dt="2026-08-29T13:04:42.915" v="402" actId="20577"/>
        <pc:sldMkLst>
          <pc:docMk/>
          <pc:sldMk cId="2424611970" sldId="361"/>
        </pc:sldMkLst>
        <pc:spChg chg="add mod">
          <ac:chgData name="Laboratorio Alcolea" userId="S::laboratorio.alcolea@refresco.com::1a19a294-b83a-415b-ba80-93567e4bb9c4" providerId="AD" clId="Web-{FD2D5DC3-42C0-8B50-4BF3-A2F3941F93B9}" dt="2026-08-29T13:04:42.915" v="402" actId="20577"/>
          <ac:spMkLst>
            <pc:docMk/>
            <pc:sldMk cId="2424611970" sldId="361"/>
            <ac:spMk id="9" creationId="{AD286D98-A2FF-31EC-303B-3E46F69D15CF}"/>
          </ac:spMkLst>
        </pc:spChg>
        <pc:picChg chg="add">
          <ac:chgData name="Laboratorio Alcolea" userId="S::laboratorio.alcolea@refresco.com::1a19a294-b83a-415b-ba80-93567e4bb9c4" providerId="AD" clId="Web-{FD2D5DC3-42C0-8B50-4BF3-A2F3941F93B9}" dt="2026-08-29T13:03:48.805" v="358"/>
          <ac:picMkLst>
            <pc:docMk/>
            <pc:sldMk cId="2424611970" sldId="361"/>
            <ac:picMk id="5" creationId="{3DA8E34A-C7E2-217A-DC37-B7D031A767E7}"/>
          </ac:picMkLst>
        </pc:picChg>
        <pc:picChg chg="add mod">
          <ac:chgData name="Laboratorio Alcolea" userId="S::laboratorio.alcolea@refresco.com::1a19a294-b83a-415b-ba80-93567e4bb9c4" providerId="AD" clId="Web-{FD2D5DC3-42C0-8B50-4BF3-A2F3941F93B9}" dt="2026-08-29T13:03:52.055" v="360" actId="1076"/>
          <ac:picMkLst>
            <pc:docMk/>
            <pc:sldMk cId="2424611970" sldId="361"/>
            <ac:picMk id="7" creationId="{6D4EF940-56EC-BF2C-64FD-2CB0D9A6A420}"/>
          </ac:picMkLst>
        </pc:picChg>
        <pc:picChg chg="add mod">
          <ac:chgData name="Laboratorio Alcolea" userId="S::laboratorio.alcolea@refresco.com::1a19a294-b83a-415b-ba80-93567e4bb9c4" providerId="AD" clId="Web-{FD2D5DC3-42C0-8B50-4BF3-A2F3941F93B9}" dt="2026-08-29T13:04:16.884" v="363" actId="1076"/>
          <ac:picMkLst>
            <pc:docMk/>
            <pc:sldMk cId="2424611970" sldId="361"/>
            <ac:picMk id="8" creationId="{F118BE15-FCE2-7BCC-1665-6F613AAC20EE}"/>
          </ac:picMkLst>
        </pc:picChg>
      </pc:sldChg>
    </pc:docChg>
  </pc:docChgLst>
  <pc:docChgLst>
    <pc:chgData name="Ana Maria Nuñez" userId="89fa9269-a888-4756-b8a0-47031b00d3f0" providerId="ADAL" clId="{EBEBD35F-3E09-4183-8660-F8E601A6DCA9}"/>
    <pc:docChg chg="custSel delSld modSld">
      <pc:chgData name="Ana Maria Nuñez" userId="89fa9269-a888-4756-b8a0-47031b00d3f0" providerId="ADAL" clId="{EBEBD35F-3E09-4183-8660-F8E601A6DCA9}" dt="2026-09-01T08:11:21.318" v="381" actId="20577"/>
      <pc:docMkLst>
        <pc:docMk/>
      </pc:docMkLst>
      <pc:sldChg chg="modSp mod">
        <pc:chgData name="Ana Maria Nuñez" userId="89fa9269-a888-4756-b8a0-47031b00d3f0" providerId="ADAL" clId="{EBEBD35F-3E09-4183-8660-F8E601A6DCA9}" dt="2026-09-01T07:35:18.028" v="183" actId="20577"/>
        <pc:sldMkLst>
          <pc:docMk/>
          <pc:sldMk cId="2649635619" sldId="348"/>
        </pc:sldMkLst>
        <pc:spChg chg="mod">
          <ac:chgData name="Ana Maria Nuñez" userId="89fa9269-a888-4756-b8a0-47031b00d3f0" providerId="ADAL" clId="{EBEBD35F-3E09-4183-8660-F8E601A6DCA9}" dt="2026-09-01T07:35:18.028" v="183" actId="20577"/>
          <ac:spMkLst>
            <pc:docMk/>
            <pc:sldMk cId="2649635619" sldId="348"/>
            <ac:spMk id="12" creationId="{4ACC4F80-D4F5-51AC-1F44-FE0CD896B452}"/>
          </ac:spMkLst>
        </pc:spChg>
      </pc:sldChg>
      <pc:sldChg chg="modSp mod">
        <pc:chgData name="Ana Maria Nuñez" userId="89fa9269-a888-4756-b8a0-47031b00d3f0" providerId="ADAL" clId="{EBEBD35F-3E09-4183-8660-F8E601A6DCA9}" dt="2026-09-01T07:37:58.020" v="205" actId="1076"/>
        <pc:sldMkLst>
          <pc:docMk/>
          <pc:sldMk cId="3508991358" sldId="349"/>
        </pc:sldMkLst>
        <pc:spChg chg="mod">
          <ac:chgData name="Ana Maria Nuñez" userId="89fa9269-a888-4756-b8a0-47031b00d3f0" providerId="ADAL" clId="{EBEBD35F-3E09-4183-8660-F8E601A6DCA9}" dt="2026-09-01T07:37:28.279" v="200" actId="20577"/>
          <ac:spMkLst>
            <pc:docMk/>
            <pc:sldMk cId="3508991358" sldId="349"/>
            <ac:spMk id="8" creationId="{D9E28960-A783-C9AB-80CC-BCC46FC0AAC3}"/>
          </ac:spMkLst>
        </pc:spChg>
        <pc:picChg chg="mod">
          <ac:chgData name="Ana Maria Nuñez" userId="89fa9269-a888-4756-b8a0-47031b00d3f0" providerId="ADAL" clId="{EBEBD35F-3E09-4183-8660-F8E601A6DCA9}" dt="2026-09-01T07:37:58.020" v="205" actId="1076"/>
          <ac:picMkLst>
            <pc:docMk/>
            <pc:sldMk cId="3508991358" sldId="349"/>
            <ac:picMk id="3" creationId="{A3AE7F3D-519A-C05F-489D-7A31A54E404A}"/>
          </ac:picMkLst>
        </pc:picChg>
      </pc:sldChg>
      <pc:sldChg chg="modSp mod">
        <pc:chgData name="Ana Maria Nuñez" userId="89fa9269-a888-4756-b8a0-47031b00d3f0" providerId="ADAL" clId="{EBEBD35F-3E09-4183-8660-F8E601A6DCA9}" dt="2026-09-01T07:37:50.505" v="204" actId="1076"/>
        <pc:sldMkLst>
          <pc:docMk/>
          <pc:sldMk cId="1091018604" sldId="350"/>
        </pc:sldMkLst>
        <pc:spChg chg="mod">
          <ac:chgData name="Ana Maria Nuñez" userId="89fa9269-a888-4756-b8a0-47031b00d3f0" providerId="ADAL" clId="{EBEBD35F-3E09-4183-8660-F8E601A6DCA9}" dt="2026-09-01T07:37:46.963" v="203" actId="14100"/>
          <ac:spMkLst>
            <pc:docMk/>
            <pc:sldMk cId="1091018604" sldId="350"/>
            <ac:spMk id="7" creationId="{93AA3026-1540-D714-1EFC-3A782D0BA12E}"/>
          </ac:spMkLst>
        </pc:spChg>
        <pc:spChg chg="mod">
          <ac:chgData name="Ana Maria Nuñez" userId="89fa9269-a888-4756-b8a0-47031b00d3f0" providerId="ADAL" clId="{EBEBD35F-3E09-4183-8660-F8E601A6DCA9}" dt="2026-09-01T07:37:50.505" v="204" actId="1076"/>
          <ac:spMkLst>
            <pc:docMk/>
            <pc:sldMk cId="1091018604" sldId="350"/>
            <ac:spMk id="8" creationId="{741D0E06-AE0B-B67F-9483-0396FAB502A1}"/>
          </ac:spMkLst>
        </pc:spChg>
        <pc:picChg chg="mod">
          <ac:chgData name="Ana Maria Nuñez" userId="89fa9269-a888-4756-b8a0-47031b00d3f0" providerId="ADAL" clId="{EBEBD35F-3E09-4183-8660-F8E601A6DCA9}" dt="2026-09-01T07:37:41.062" v="201" actId="1076"/>
          <ac:picMkLst>
            <pc:docMk/>
            <pc:sldMk cId="1091018604" sldId="350"/>
            <ac:picMk id="3" creationId="{38FB5AD0-BD0D-1109-6A2B-133DFDB98481}"/>
          </ac:picMkLst>
        </pc:picChg>
      </pc:sldChg>
      <pc:sldChg chg="addSp delSp modSp mod">
        <pc:chgData name="Ana Maria Nuñez" userId="89fa9269-a888-4756-b8a0-47031b00d3f0" providerId="ADAL" clId="{EBEBD35F-3E09-4183-8660-F8E601A6DCA9}" dt="2026-09-01T07:39:22.772" v="239" actId="1035"/>
        <pc:sldMkLst>
          <pc:docMk/>
          <pc:sldMk cId="4264187088" sldId="352"/>
        </pc:sldMkLst>
        <pc:spChg chg="del">
          <ac:chgData name="Ana Maria Nuñez" userId="89fa9269-a888-4756-b8a0-47031b00d3f0" providerId="ADAL" clId="{EBEBD35F-3E09-4183-8660-F8E601A6DCA9}" dt="2026-08-31T07:55:52.775" v="3" actId="478"/>
          <ac:spMkLst>
            <pc:docMk/>
            <pc:sldMk cId="4264187088" sldId="352"/>
            <ac:spMk id="10" creationId="{6228EE5D-7BD3-BC60-63EA-FB1A6C978D95}"/>
          </ac:spMkLst>
        </pc:spChg>
        <pc:spChg chg="mod">
          <ac:chgData name="Ana Maria Nuñez" userId="89fa9269-a888-4756-b8a0-47031b00d3f0" providerId="ADAL" clId="{EBEBD35F-3E09-4183-8660-F8E601A6DCA9}" dt="2026-09-01T07:39:10.851" v="235" actId="1076"/>
          <ac:spMkLst>
            <pc:docMk/>
            <pc:sldMk cId="4264187088" sldId="352"/>
            <ac:spMk id="12" creationId="{FC24E4CE-4E7C-A35C-DB4E-3A06D62BBB6F}"/>
          </ac:spMkLst>
        </pc:spChg>
        <pc:spChg chg="add mod">
          <ac:chgData name="Ana Maria Nuñez" userId="89fa9269-a888-4756-b8a0-47031b00d3f0" providerId="ADAL" clId="{EBEBD35F-3E09-4183-8660-F8E601A6DCA9}" dt="2026-09-01T07:39:14.142" v="236" actId="1076"/>
          <ac:spMkLst>
            <pc:docMk/>
            <pc:sldMk cId="4264187088" sldId="352"/>
            <ac:spMk id="13" creationId="{C1F03297-F0C7-2BDC-9250-7DDEB0C7A29A}"/>
          </ac:spMkLst>
        </pc:spChg>
        <pc:picChg chg="del">
          <ac:chgData name="Ana Maria Nuñez" userId="89fa9269-a888-4756-b8a0-47031b00d3f0" providerId="ADAL" clId="{EBEBD35F-3E09-4183-8660-F8E601A6DCA9}" dt="2026-08-31T07:55:53.599" v="4" actId="478"/>
          <ac:picMkLst>
            <pc:docMk/>
            <pc:sldMk cId="4264187088" sldId="352"/>
            <ac:picMk id="3" creationId="{54AE1413-55D9-7A8E-6A83-BA21BDE15900}"/>
          </ac:picMkLst>
        </pc:picChg>
        <pc:picChg chg="add mod">
          <ac:chgData name="Ana Maria Nuñez" userId="89fa9269-a888-4756-b8a0-47031b00d3f0" providerId="ADAL" clId="{EBEBD35F-3E09-4183-8660-F8E601A6DCA9}" dt="2026-09-01T07:38:45.862" v="211" actId="1076"/>
          <ac:picMkLst>
            <pc:docMk/>
            <pc:sldMk cId="4264187088" sldId="352"/>
            <ac:picMk id="3" creationId="{841E6F87-EDBD-A9D0-9248-063D3369127C}"/>
          </ac:picMkLst>
        </pc:picChg>
        <pc:picChg chg="mod">
          <ac:chgData name="Ana Maria Nuñez" userId="89fa9269-a888-4756-b8a0-47031b00d3f0" providerId="ADAL" clId="{EBEBD35F-3E09-4183-8660-F8E601A6DCA9}" dt="2026-09-01T07:38:27.995" v="208" actId="1076"/>
          <ac:picMkLst>
            <pc:docMk/>
            <pc:sldMk cId="4264187088" sldId="352"/>
            <ac:picMk id="4" creationId="{798799E9-FD5C-4BBE-B554-E3662474EE20}"/>
          </ac:picMkLst>
        </pc:picChg>
        <pc:picChg chg="del">
          <ac:chgData name="Ana Maria Nuñez" userId="89fa9269-a888-4756-b8a0-47031b00d3f0" providerId="ADAL" clId="{EBEBD35F-3E09-4183-8660-F8E601A6DCA9}" dt="2026-08-31T07:55:51.111" v="2" actId="478"/>
          <ac:picMkLst>
            <pc:docMk/>
            <pc:sldMk cId="4264187088" sldId="352"/>
            <ac:picMk id="6" creationId="{4E2A299D-8760-6EFB-57CA-C57C22C0411F}"/>
          </ac:picMkLst>
        </pc:picChg>
        <pc:picChg chg="add mod">
          <ac:chgData name="Ana Maria Nuñez" userId="89fa9269-a888-4756-b8a0-47031b00d3f0" providerId="ADAL" clId="{EBEBD35F-3E09-4183-8660-F8E601A6DCA9}" dt="2026-09-01T07:38:53.204" v="212" actId="1076"/>
          <ac:picMkLst>
            <pc:docMk/>
            <pc:sldMk cId="4264187088" sldId="352"/>
            <ac:picMk id="7" creationId="{7ED74AD4-52A6-F68F-AD40-8E46A67303AA}"/>
          </ac:picMkLst>
        </pc:picChg>
        <pc:picChg chg="mod">
          <ac:chgData name="Ana Maria Nuñez" userId="89fa9269-a888-4756-b8a0-47031b00d3f0" providerId="ADAL" clId="{EBEBD35F-3E09-4183-8660-F8E601A6DCA9}" dt="2026-09-01T07:38:22.107" v="206" actId="1076"/>
          <ac:picMkLst>
            <pc:docMk/>
            <pc:sldMk cId="4264187088" sldId="352"/>
            <ac:picMk id="8" creationId="{3D65DDF7-FEDE-6195-F6FB-26E969B94AF6}"/>
          </ac:picMkLst>
        </pc:picChg>
        <pc:picChg chg="add mod">
          <ac:chgData name="Ana Maria Nuñez" userId="89fa9269-a888-4756-b8a0-47031b00d3f0" providerId="ADAL" clId="{EBEBD35F-3E09-4183-8660-F8E601A6DCA9}" dt="2026-09-01T07:39:22.772" v="239" actId="1035"/>
          <ac:picMkLst>
            <pc:docMk/>
            <pc:sldMk cId="4264187088" sldId="352"/>
            <ac:picMk id="10" creationId="{AF1B24BB-722E-7153-58FE-6CFB9DD72806}"/>
          </ac:picMkLst>
        </pc:picChg>
      </pc:sldChg>
      <pc:sldChg chg="delSp modSp del mod">
        <pc:chgData name="Ana Maria Nuñez" userId="89fa9269-a888-4756-b8a0-47031b00d3f0" providerId="ADAL" clId="{EBEBD35F-3E09-4183-8660-F8E601A6DCA9}" dt="2026-09-01T07:39:27.355" v="240" actId="47"/>
        <pc:sldMkLst>
          <pc:docMk/>
          <pc:sldMk cId="1157775068" sldId="353"/>
        </pc:sldMkLst>
        <pc:spChg chg="del mod">
          <ac:chgData name="Ana Maria Nuñez" userId="89fa9269-a888-4756-b8a0-47031b00d3f0" providerId="ADAL" clId="{EBEBD35F-3E09-4183-8660-F8E601A6DCA9}" dt="2026-09-01T07:38:37.062" v="209" actId="21"/>
          <ac:spMkLst>
            <pc:docMk/>
            <pc:sldMk cId="1157775068" sldId="353"/>
            <ac:spMk id="16" creationId="{005F102F-40A0-E05E-5424-B4CD3D184952}"/>
          </ac:spMkLst>
        </pc:spChg>
        <pc:spChg chg="del mod">
          <ac:chgData name="Ana Maria Nuñez" userId="89fa9269-a888-4756-b8a0-47031b00d3f0" providerId="ADAL" clId="{EBEBD35F-3E09-4183-8660-F8E601A6DCA9}" dt="2026-08-31T07:56:11.923" v="13" actId="478"/>
          <ac:spMkLst>
            <pc:docMk/>
            <pc:sldMk cId="1157775068" sldId="353"/>
            <ac:spMk id="18" creationId="{2DC40BEE-C12A-4161-80F1-96B2CF23C26D}"/>
          </ac:spMkLst>
        </pc:spChg>
        <pc:picChg chg="del mod">
          <ac:chgData name="Ana Maria Nuñez" userId="89fa9269-a888-4756-b8a0-47031b00d3f0" providerId="ADAL" clId="{EBEBD35F-3E09-4183-8660-F8E601A6DCA9}" dt="2026-09-01T07:38:37.062" v="209" actId="21"/>
          <ac:picMkLst>
            <pc:docMk/>
            <pc:sldMk cId="1157775068" sldId="353"/>
            <ac:picMk id="3" creationId="{C407BA8B-A2E3-1CEA-81CB-EA0E276A0D84}"/>
          </ac:picMkLst>
        </pc:picChg>
        <pc:picChg chg="del">
          <ac:chgData name="Ana Maria Nuñez" userId="89fa9269-a888-4756-b8a0-47031b00d3f0" providerId="ADAL" clId="{EBEBD35F-3E09-4183-8660-F8E601A6DCA9}" dt="2026-08-31T07:56:10.250" v="11" actId="478"/>
          <ac:picMkLst>
            <pc:docMk/>
            <pc:sldMk cId="1157775068" sldId="353"/>
            <ac:picMk id="4" creationId="{FF13B3EF-F129-0915-2416-3E95BCC9E2BA}"/>
          </ac:picMkLst>
        </pc:picChg>
        <pc:picChg chg="del mod">
          <ac:chgData name="Ana Maria Nuñez" userId="89fa9269-a888-4756-b8a0-47031b00d3f0" providerId="ADAL" clId="{EBEBD35F-3E09-4183-8660-F8E601A6DCA9}" dt="2026-09-01T07:38:37.062" v="209" actId="21"/>
          <ac:picMkLst>
            <pc:docMk/>
            <pc:sldMk cId="1157775068" sldId="353"/>
            <ac:picMk id="6" creationId="{C9CC14B6-D90D-58E5-8996-34AE31DA0F24}"/>
          </ac:picMkLst>
        </pc:picChg>
        <pc:picChg chg="del mod">
          <ac:chgData name="Ana Maria Nuñez" userId="89fa9269-a888-4756-b8a0-47031b00d3f0" providerId="ADAL" clId="{EBEBD35F-3E09-4183-8660-F8E601A6DCA9}" dt="2026-09-01T07:38:37.062" v="209" actId="21"/>
          <ac:picMkLst>
            <pc:docMk/>
            <pc:sldMk cId="1157775068" sldId="353"/>
            <ac:picMk id="8" creationId="{61E0AFC5-0AC2-F0B7-CB2E-4606C4E7C5D3}"/>
          </ac:picMkLst>
        </pc:picChg>
        <pc:picChg chg="del">
          <ac:chgData name="Ana Maria Nuñez" userId="89fa9269-a888-4756-b8a0-47031b00d3f0" providerId="ADAL" clId="{EBEBD35F-3E09-4183-8660-F8E601A6DCA9}" dt="2026-08-31T07:56:09.544" v="10" actId="478"/>
          <ac:picMkLst>
            <pc:docMk/>
            <pc:sldMk cId="1157775068" sldId="353"/>
            <ac:picMk id="10" creationId="{6CBD368A-A4AB-C73A-F7FA-A32109DBBADF}"/>
          </ac:picMkLst>
        </pc:picChg>
        <pc:picChg chg="del">
          <ac:chgData name="Ana Maria Nuñez" userId="89fa9269-a888-4756-b8a0-47031b00d3f0" providerId="ADAL" clId="{EBEBD35F-3E09-4183-8660-F8E601A6DCA9}" dt="2026-08-31T07:56:09.143" v="9" actId="478"/>
          <ac:picMkLst>
            <pc:docMk/>
            <pc:sldMk cId="1157775068" sldId="353"/>
            <ac:picMk id="12" creationId="{26B7BD19-249F-D610-BCDA-8B5266163FC8}"/>
          </ac:picMkLst>
        </pc:picChg>
        <pc:picChg chg="del">
          <ac:chgData name="Ana Maria Nuñez" userId="89fa9269-a888-4756-b8a0-47031b00d3f0" providerId="ADAL" clId="{EBEBD35F-3E09-4183-8660-F8E601A6DCA9}" dt="2026-08-31T07:56:08.642" v="8" actId="478"/>
          <ac:picMkLst>
            <pc:docMk/>
            <pc:sldMk cId="1157775068" sldId="353"/>
            <ac:picMk id="14" creationId="{C02C6478-50F7-709B-56E9-5908187D388E}"/>
          </ac:picMkLst>
        </pc:picChg>
      </pc:sldChg>
      <pc:sldChg chg="addSp delSp modSp mod">
        <pc:chgData name="Ana Maria Nuñez" userId="89fa9269-a888-4756-b8a0-47031b00d3f0" providerId="ADAL" clId="{EBEBD35F-3E09-4183-8660-F8E601A6DCA9}" dt="2026-09-01T07:39:54.664" v="247" actId="1076"/>
        <pc:sldMkLst>
          <pc:docMk/>
          <pc:sldMk cId="4143710837" sldId="354"/>
        </pc:sldMkLst>
        <pc:spChg chg="add mod">
          <ac:chgData name="Ana Maria Nuñez" userId="89fa9269-a888-4756-b8a0-47031b00d3f0" providerId="ADAL" clId="{EBEBD35F-3E09-4183-8660-F8E601A6DCA9}" dt="2026-09-01T07:39:54.664" v="247" actId="1076"/>
          <ac:spMkLst>
            <pc:docMk/>
            <pc:sldMk cId="4143710837" sldId="354"/>
            <ac:spMk id="9" creationId="{154DAA86-8FA7-67D7-00F9-2DCE66396592}"/>
          </ac:spMkLst>
        </pc:spChg>
        <pc:spChg chg="mod">
          <ac:chgData name="Ana Maria Nuñez" userId="89fa9269-a888-4756-b8a0-47031b00d3f0" providerId="ADAL" clId="{EBEBD35F-3E09-4183-8660-F8E601A6DCA9}" dt="2026-09-01T07:39:36.915" v="241" actId="1076"/>
          <ac:spMkLst>
            <pc:docMk/>
            <pc:sldMk cId="4143710837" sldId="354"/>
            <ac:spMk id="10" creationId="{F5AB779B-6684-B2ED-C3BC-450085CDE467}"/>
          </ac:spMkLst>
        </pc:spChg>
        <pc:spChg chg="del">
          <ac:chgData name="Ana Maria Nuñez" userId="89fa9269-a888-4756-b8a0-47031b00d3f0" providerId="ADAL" clId="{EBEBD35F-3E09-4183-8660-F8E601A6DCA9}" dt="2026-08-31T07:56:27.534" v="80" actId="478"/>
          <ac:spMkLst>
            <pc:docMk/>
            <pc:sldMk cId="4143710837" sldId="354"/>
            <ac:spMk id="14" creationId="{046A2CE5-7305-2715-D8B0-B4BBA1227716}"/>
          </ac:spMkLst>
        </pc:spChg>
        <pc:picChg chg="mod">
          <ac:chgData name="Ana Maria Nuñez" userId="89fa9269-a888-4756-b8a0-47031b00d3f0" providerId="ADAL" clId="{EBEBD35F-3E09-4183-8660-F8E601A6DCA9}" dt="2026-09-01T07:39:36.915" v="241" actId="1076"/>
          <ac:picMkLst>
            <pc:docMk/>
            <pc:sldMk cId="4143710837" sldId="354"/>
            <ac:picMk id="3" creationId="{7E389BC1-73FB-C683-4E83-3D91431F7BB6}"/>
          </ac:picMkLst>
        </pc:picChg>
        <pc:picChg chg="add mod">
          <ac:chgData name="Ana Maria Nuñez" userId="89fa9269-a888-4756-b8a0-47031b00d3f0" providerId="ADAL" clId="{EBEBD35F-3E09-4183-8660-F8E601A6DCA9}" dt="2026-09-01T07:39:48.660" v="245" actId="1076"/>
          <ac:picMkLst>
            <pc:docMk/>
            <pc:sldMk cId="4143710837" sldId="354"/>
            <ac:picMk id="4" creationId="{5C76E1EA-4251-D04B-014F-B0327748A076}"/>
          </ac:picMkLst>
        </pc:picChg>
        <pc:picChg chg="del">
          <ac:chgData name="Ana Maria Nuñez" userId="89fa9269-a888-4756-b8a0-47031b00d3f0" providerId="ADAL" clId="{EBEBD35F-3E09-4183-8660-F8E601A6DCA9}" dt="2026-08-31T07:56:28.070" v="81" actId="478"/>
          <ac:picMkLst>
            <pc:docMk/>
            <pc:sldMk cId="4143710837" sldId="354"/>
            <ac:picMk id="4" creationId="{FF927867-04B6-9220-F6B2-EAD346C36895}"/>
          </ac:picMkLst>
        </pc:picChg>
        <pc:picChg chg="add mod">
          <ac:chgData name="Ana Maria Nuñez" userId="89fa9269-a888-4756-b8a0-47031b00d3f0" providerId="ADAL" clId="{EBEBD35F-3E09-4183-8660-F8E601A6DCA9}" dt="2026-09-01T07:39:50.362" v="246" actId="1076"/>
          <ac:picMkLst>
            <pc:docMk/>
            <pc:sldMk cId="4143710837" sldId="354"/>
            <ac:picMk id="7" creationId="{0FCB471E-0F8D-B840-E591-9E60F303A508}"/>
          </ac:picMkLst>
        </pc:picChg>
        <pc:picChg chg="del">
          <ac:chgData name="Ana Maria Nuñez" userId="89fa9269-a888-4756-b8a0-47031b00d3f0" providerId="ADAL" clId="{EBEBD35F-3E09-4183-8660-F8E601A6DCA9}" dt="2026-08-31T07:56:25.946" v="79" actId="478"/>
          <ac:picMkLst>
            <pc:docMk/>
            <pc:sldMk cId="4143710837" sldId="354"/>
            <ac:picMk id="8" creationId="{CEBCEA27-BE52-AB06-1A4B-35954EF285E3}"/>
          </ac:picMkLst>
        </pc:picChg>
        <pc:picChg chg="mod">
          <ac:chgData name="Ana Maria Nuñez" userId="89fa9269-a888-4756-b8a0-47031b00d3f0" providerId="ADAL" clId="{EBEBD35F-3E09-4183-8660-F8E601A6DCA9}" dt="2026-09-01T07:39:36.915" v="241" actId="1076"/>
          <ac:picMkLst>
            <pc:docMk/>
            <pc:sldMk cId="4143710837" sldId="354"/>
            <ac:picMk id="12" creationId="{4814C93A-F145-8F5D-5932-B949979E568E}"/>
          </ac:picMkLst>
        </pc:picChg>
      </pc:sldChg>
      <pc:sldChg chg="delSp del mod">
        <pc:chgData name="Ana Maria Nuñez" userId="89fa9269-a888-4756-b8a0-47031b00d3f0" providerId="ADAL" clId="{EBEBD35F-3E09-4183-8660-F8E601A6DCA9}" dt="2026-09-01T07:39:57.449" v="248" actId="47"/>
        <pc:sldMkLst>
          <pc:docMk/>
          <pc:sldMk cId="2469267698" sldId="355"/>
        </pc:sldMkLst>
        <pc:spChg chg="del">
          <ac:chgData name="Ana Maria Nuñez" userId="89fa9269-a888-4756-b8a0-47031b00d3f0" providerId="ADAL" clId="{EBEBD35F-3E09-4183-8660-F8E601A6DCA9}" dt="2026-09-01T07:39:40.639" v="242" actId="21"/>
          <ac:spMkLst>
            <pc:docMk/>
            <pc:sldMk cId="2469267698" sldId="355"/>
            <ac:spMk id="10" creationId="{DC167CB0-0234-0EAD-A0FE-02E62B9F896D}"/>
          </ac:spMkLst>
        </pc:spChg>
        <pc:picChg chg="del">
          <ac:chgData name="Ana Maria Nuñez" userId="89fa9269-a888-4756-b8a0-47031b00d3f0" providerId="ADAL" clId="{EBEBD35F-3E09-4183-8660-F8E601A6DCA9}" dt="2026-09-01T07:39:40.639" v="242" actId="21"/>
          <ac:picMkLst>
            <pc:docMk/>
            <pc:sldMk cId="2469267698" sldId="355"/>
            <ac:picMk id="3" creationId="{7F9B9F8B-828A-3E4A-E59B-213EDB1F84CA}"/>
          </ac:picMkLst>
        </pc:picChg>
        <pc:picChg chg="del">
          <ac:chgData name="Ana Maria Nuñez" userId="89fa9269-a888-4756-b8a0-47031b00d3f0" providerId="ADAL" clId="{EBEBD35F-3E09-4183-8660-F8E601A6DCA9}" dt="2026-09-01T07:39:40.639" v="242" actId="21"/>
          <ac:picMkLst>
            <pc:docMk/>
            <pc:sldMk cId="2469267698" sldId="355"/>
            <ac:picMk id="6" creationId="{E328E93A-64B2-A208-478C-E1251F24F766}"/>
          </ac:picMkLst>
        </pc:picChg>
      </pc:sldChg>
      <pc:sldChg chg="modSp mod">
        <pc:chgData name="Ana Maria Nuñez" userId="89fa9269-a888-4756-b8a0-47031b00d3f0" providerId="ADAL" clId="{EBEBD35F-3E09-4183-8660-F8E601A6DCA9}" dt="2026-09-01T07:58:18.623" v="308" actId="20577"/>
        <pc:sldMkLst>
          <pc:docMk/>
          <pc:sldMk cId="3893275454" sldId="356"/>
        </pc:sldMkLst>
        <pc:spChg chg="mod">
          <ac:chgData name="Ana Maria Nuñez" userId="89fa9269-a888-4756-b8a0-47031b00d3f0" providerId="ADAL" clId="{EBEBD35F-3E09-4183-8660-F8E601A6DCA9}" dt="2026-09-01T07:57:00.620" v="300" actId="20577"/>
          <ac:spMkLst>
            <pc:docMk/>
            <pc:sldMk cId="3893275454" sldId="356"/>
            <ac:spMk id="3" creationId="{6BE79443-A42D-0823-EFCA-1927B3E34995}"/>
          </ac:spMkLst>
        </pc:spChg>
        <pc:spChg chg="mod">
          <ac:chgData name="Ana Maria Nuñez" userId="89fa9269-a888-4756-b8a0-47031b00d3f0" providerId="ADAL" clId="{EBEBD35F-3E09-4183-8660-F8E601A6DCA9}" dt="2026-09-01T07:58:18.623" v="308" actId="20577"/>
          <ac:spMkLst>
            <pc:docMk/>
            <pc:sldMk cId="3893275454" sldId="356"/>
            <ac:spMk id="9" creationId="{296A1FCA-5E75-2E62-9EA1-42BEC0AD737B}"/>
          </ac:spMkLst>
        </pc:spChg>
        <pc:picChg chg="mod">
          <ac:chgData name="Ana Maria Nuñez" userId="89fa9269-a888-4756-b8a0-47031b00d3f0" providerId="ADAL" clId="{EBEBD35F-3E09-4183-8660-F8E601A6DCA9}" dt="2026-09-01T07:57:20.884" v="306" actId="1076"/>
          <ac:picMkLst>
            <pc:docMk/>
            <pc:sldMk cId="3893275454" sldId="356"/>
            <ac:picMk id="8" creationId="{BA3EF9F5-8AC5-6AD3-A2B4-070E765AEB8E}"/>
          </ac:picMkLst>
        </pc:picChg>
      </pc:sldChg>
      <pc:sldChg chg="modSp mod">
        <pc:chgData name="Ana Maria Nuñez" userId="89fa9269-a888-4756-b8a0-47031b00d3f0" providerId="ADAL" clId="{EBEBD35F-3E09-4183-8660-F8E601A6DCA9}" dt="2026-09-01T07:48:00.883" v="261" actId="20577"/>
        <pc:sldMkLst>
          <pc:docMk/>
          <pc:sldMk cId="460126324" sldId="357"/>
        </pc:sldMkLst>
        <pc:spChg chg="mod">
          <ac:chgData name="Ana Maria Nuñez" userId="89fa9269-a888-4756-b8a0-47031b00d3f0" providerId="ADAL" clId="{EBEBD35F-3E09-4183-8660-F8E601A6DCA9}" dt="2026-09-01T07:48:00.883" v="261" actId="20577"/>
          <ac:spMkLst>
            <pc:docMk/>
            <pc:sldMk cId="460126324" sldId="357"/>
            <ac:spMk id="8" creationId="{77878262-7904-929E-34A1-EA2CAABB4CB0}"/>
          </ac:spMkLst>
        </pc:spChg>
        <pc:spChg chg="mod">
          <ac:chgData name="Ana Maria Nuñez" userId="89fa9269-a888-4756-b8a0-47031b00d3f0" providerId="ADAL" clId="{EBEBD35F-3E09-4183-8660-F8E601A6DCA9}" dt="2026-09-01T07:47:42.271" v="259" actId="1076"/>
          <ac:spMkLst>
            <pc:docMk/>
            <pc:sldMk cId="460126324" sldId="357"/>
            <ac:spMk id="10" creationId="{E10CE35A-FB0D-B055-C1A6-A2E9FC4C059F}"/>
          </ac:spMkLst>
        </pc:spChg>
      </pc:sldChg>
      <pc:sldChg chg="modSp mod">
        <pc:chgData name="Ana Maria Nuñez" userId="89fa9269-a888-4756-b8a0-47031b00d3f0" providerId="ADAL" clId="{EBEBD35F-3E09-4183-8660-F8E601A6DCA9}" dt="2026-09-01T07:54:15.876" v="285" actId="1076"/>
        <pc:sldMkLst>
          <pc:docMk/>
          <pc:sldMk cId="3870344529" sldId="358"/>
        </pc:sldMkLst>
        <pc:spChg chg="mod">
          <ac:chgData name="Ana Maria Nuñez" userId="89fa9269-a888-4756-b8a0-47031b00d3f0" providerId="ADAL" clId="{EBEBD35F-3E09-4183-8660-F8E601A6DCA9}" dt="2026-09-01T07:52:42.868" v="279" actId="1076"/>
          <ac:spMkLst>
            <pc:docMk/>
            <pc:sldMk cId="3870344529" sldId="358"/>
            <ac:spMk id="6" creationId="{CCA45623-C003-E89A-E18C-263F33FDD1FA}"/>
          </ac:spMkLst>
        </pc:spChg>
        <pc:spChg chg="mod">
          <ac:chgData name="Ana Maria Nuñez" userId="89fa9269-a888-4756-b8a0-47031b00d3f0" providerId="ADAL" clId="{EBEBD35F-3E09-4183-8660-F8E601A6DCA9}" dt="2026-09-01T07:54:15.876" v="285" actId="1076"/>
          <ac:spMkLst>
            <pc:docMk/>
            <pc:sldMk cId="3870344529" sldId="358"/>
            <ac:spMk id="8" creationId="{454B9DC6-6CF8-5C99-B004-10BE9030E26B}"/>
          </ac:spMkLst>
        </pc:spChg>
      </pc:sldChg>
      <pc:sldChg chg="delSp modSp mod">
        <pc:chgData name="Ana Maria Nuñez" userId="89fa9269-a888-4756-b8a0-47031b00d3f0" providerId="ADAL" clId="{EBEBD35F-3E09-4183-8660-F8E601A6DCA9}" dt="2026-09-01T08:11:21.318" v="381" actId="20577"/>
        <pc:sldMkLst>
          <pc:docMk/>
          <pc:sldMk cId="4043651714" sldId="359"/>
        </pc:sldMkLst>
        <pc:spChg chg="mod">
          <ac:chgData name="Ana Maria Nuñez" userId="89fa9269-a888-4756-b8a0-47031b00d3f0" providerId="ADAL" clId="{EBEBD35F-3E09-4183-8660-F8E601A6DCA9}" dt="2026-09-01T08:11:21.318" v="381" actId="20577"/>
          <ac:spMkLst>
            <pc:docMk/>
            <pc:sldMk cId="4043651714" sldId="359"/>
            <ac:spMk id="6" creationId="{4CE3DF6C-2474-ED80-A45F-F7428E74E56C}"/>
          </ac:spMkLst>
        </pc:spChg>
        <pc:spChg chg="del">
          <ac:chgData name="Ana Maria Nuñez" userId="89fa9269-a888-4756-b8a0-47031b00d3f0" providerId="ADAL" clId="{EBEBD35F-3E09-4183-8660-F8E601A6DCA9}" dt="2026-08-31T07:57:13.916" v="148" actId="478"/>
          <ac:spMkLst>
            <pc:docMk/>
            <pc:sldMk cId="4043651714" sldId="359"/>
            <ac:spMk id="8" creationId="{8E9617E5-55A1-26F8-6933-EE9E5B2DB2B4}"/>
          </ac:spMkLst>
        </pc:spChg>
        <pc:picChg chg="mod">
          <ac:chgData name="Ana Maria Nuñez" userId="89fa9269-a888-4756-b8a0-47031b00d3f0" providerId="ADAL" clId="{EBEBD35F-3E09-4183-8660-F8E601A6DCA9}" dt="2026-08-31T07:57:19.876" v="151" actId="1076"/>
          <ac:picMkLst>
            <pc:docMk/>
            <pc:sldMk cId="4043651714" sldId="359"/>
            <ac:picMk id="2" creationId="{ACEFAFF5-74D5-7DFB-F2B9-B567D5FB01BD}"/>
          </ac:picMkLst>
        </pc:picChg>
        <pc:picChg chg="mod">
          <ac:chgData name="Ana Maria Nuñez" userId="89fa9269-a888-4756-b8a0-47031b00d3f0" providerId="ADAL" clId="{EBEBD35F-3E09-4183-8660-F8E601A6DCA9}" dt="2026-08-31T07:57:16.706" v="150" actId="1076"/>
          <ac:picMkLst>
            <pc:docMk/>
            <pc:sldMk cId="4043651714" sldId="359"/>
            <ac:picMk id="3" creationId="{FCB84AC7-B4B9-770B-2DD5-0F8312C37F36}"/>
          </ac:picMkLst>
        </pc:picChg>
        <pc:picChg chg="del">
          <ac:chgData name="Ana Maria Nuñez" userId="89fa9269-a888-4756-b8a0-47031b00d3f0" providerId="ADAL" clId="{EBEBD35F-3E09-4183-8660-F8E601A6DCA9}" dt="2026-08-31T07:57:14.834" v="149" actId="478"/>
          <ac:picMkLst>
            <pc:docMk/>
            <pc:sldMk cId="4043651714" sldId="359"/>
            <ac:picMk id="4" creationId="{7B0CD114-031F-D369-057C-663AB3085BD4}"/>
          </ac:picMkLst>
        </pc:picChg>
        <pc:picChg chg="del">
          <ac:chgData name="Ana Maria Nuñez" userId="89fa9269-a888-4756-b8a0-47031b00d3f0" providerId="ADAL" clId="{EBEBD35F-3E09-4183-8660-F8E601A6DCA9}" dt="2026-08-31T07:57:12.413" v="147" actId="478"/>
          <ac:picMkLst>
            <pc:docMk/>
            <pc:sldMk cId="4043651714" sldId="359"/>
            <ac:picMk id="7" creationId="{B9635E7A-E4F1-97AC-BDE6-64CC604E6DE5}"/>
          </ac:picMkLst>
        </pc:picChg>
      </pc:sldChg>
      <pc:sldChg chg="modSp mod">
        <pc:chgData name="Ana Maria Nuñez" userId="89fa9269-a888-4756-b8a0-47031b00d3f0" providerId="ADAL" clId="{EBEBD35F-3E09-4183-8660-F8E601A6DCA9}" dt="2026-09-01T08:01:45.017" v="350" actId="1076"/>
        <pc:sldMkLst>
          <pc:docMk/>
          <pc:sldMk cId="4011523146" sldId="360"/>
        </pc:sldMkLst>
        <pc:spChg chg="mod">
          <ac:chgData name="Ana Maria Nuñez" userId="89fa9269-a888-4756-b8a0-47031b00d3f0" providerId="ADAL" clId="{EBEBD35F-3E09-4183-8660-F8E601A6DCA9}" dt="2026-09-01T07:59:46.610" v="315" actId="1076"/>
          <ac:spMkLst>
            <pc:docMk/>
            <pc:sldMk cId="4011523146" sldId="360"/>
            <ac:spMk id="9" creationId="{37576A7D-5491-09A0-39EB-2FC47E2BCD2C}"/>
          </ac:spMkLst>
        </pc:spChg>
        <pc:spChg chg="mod">
          <ac:chgData name="Ana Maria Nuñez" userId="89fa9269-a888-4756-b8a0-47031b00d3f0" providerId="ADAL" clId="{EBEBD35F-3E09-4183-8660-F8E601A6DCA9}" dt="2026-09-01T08:01:45.017" v="350" actId="1076"/>
          <ac:spMkLst>
            <pc:docMk/>
            <pc:sldMk cId="4011523146" sldId="360"/>
            <ac:spMk id="11" creationId="{3DF2E2D0-7866-447A-C287-8F947B8AB092}"/>
          </ac:spMkLst>
        </pc:spChg>
        <pc:picChg chg="mod">
          <ac:chgData name="Ana Maria Nuñez" userId="89fa9269-a888-4756-b8a0-47031b00d3f0" providerId="ADAL" clId="{EBEBD35F-3E09-4183-8660-F8E601A6DCA9}" dt="2026-09-01T08:00:14.396" v="316" actId="1076"/>
          <ac:picMkLst>
            <pc:docMk/>
            <pc:sldMk cId="4011523146" sldId="360"/>
            <ac:picMk id="5" creationId="{AFB66C37-22BC-BCCE-1A28-C9ED6979ECA7}"/>
          </ac:picMkLst>
        </pc:picChg>
      </pc:sldChg>
      <pc:sldChg chg="modSp mod">
        <pc:chgData name="Ana Maria Nuñez" userId="89fa9269-a888-4756-b8a0-47031b00d3f0" providerId="ADAL" clId="{EBEBD35F-3E09-4183-8660-F8E601A6DCA9}" dt="2026-09-01T08:06:23.710" v="379" actId="1076"/>
        <pc:sldMkLst>
          <pc:docMk/>
          <pc:sldMk cId="2424611970" sldId="361"/>
        </pc:sldMkLst>
        <pc:spChg chg="mod">
          <ac:chgData name="Ana Maria Nuñez" userId="89fa9269-a888-4756-b8a0-47031b00d3f0" providerId="ADAL" clId="{EBEBD35F-3E09-4183-8660-F8E601A6DCA9}" dt="2026-09-01T08:06:23.710" v="379" actId="1076"/>
          <ac:spMkLst>
            <pc:docMk/>
            <pc:sldMk cId="2424611970" sldId="361"/>
            <ac:spMk id="3" creationId="{33F11416-969C-A1DA-F663-C0D843C8C160}"/>
          </ac:spMkLst>
        </pc:spChg>
        <pc:spChg chg="mod">
          <ac:chgData name="Ana Maria Nuñez" userId="89fa9269-a888-4756-b8a0-47031b00d3f0" providerId="ADAL" clId="{EBEBD35F-3E09-4183-8660-F8E601A6DCA9}" dt="2026-09-01T08:04:52.077" v="368" actId="1076"/>
          <ac:spMkLst>
            <pc:docMk/>
            <pc:sldMk cId="2424611970" sldId="361"/>
            <ac:spMk id="9" creationId="{AD286D98-A2FF-31EC-303B-3E46F69D15CF}"/>
          </ac:spMkLst>
        </pc:spChg>
        <pc:picChg chg="mod">
          <ac:chgData name="Ana Maria Nuñez" userId="89fa9269-a888-4756-b8a0-47031b00d3f0" providerId="ADAL" clId="{EBEBD35F-3E09-4183-8660-F8E601A6DCA9}" dt="2026-09-01T08:04:58.205" v="370" actId="1076"/>
          <ac:picMkLst>
            <pc:docMk/>
            <pc:sldMk cId="2424611970" sldId="361"/>
            <ac:picMk id="2" creationId="{A8D76096-24DE-0B1E-91E3-947E5BDC9B76}"/>
          </ac:picMkLst>
        </pc:picChg>
        <pc:picChg chg="mod">
          <ac:chgData name="Ana Maria Nuñez" userId="89fa9269-a888-4756-b8a0-47031b00d3f0" providerId="ADAL" clId="{EBEBD35F-3E09-4183-8660-F8E601A6DCA9}" dt="2026-09-01T08:04:54.144" v="369" actId="1076"/>
          <ac:picMkLst>
            <pc:docMk/>
            <pc:sldMk cId="2424611970" sldId="361"/>
            <ac:picMk id="5" creationId="{3DA8E34A-C7E2-217A-DC37-B7D031A767E7}"/>
          </ac:picMkLst>
        </pc:picChg>
        <pc:picChg chg="mod">
          <ac:chgData name="Ana Maria Nuñez" userId="89fa9269-a888-4756-b8a0-47031b00d3f0" providerId="ADAL" clId="{EBEBD35F-3E09-4183-8660-F8E601A6DCA9}" dt="2026-09-01T08:04:48.427" v="367" actId="1076"/>
          <ac:picMkLst>
            <pc:docMk/>
            <pc:sldMk cId="2424611970" sldId="361"/>
            <ac:picMk id="8" creationId="{F118BE15-FCE2-7BCC-1665-6F613AAC20EE}"/>
          </ac:picMkLst>
        </pc:picChg>
      </pc:sldChg>
    </pc:docChg>
  </pc:docChgLst>
  <pc:docChgLst>
    <pc:chgData name="Laboratorio Alcolea" userId="S::laboratorio.alcolea@refresco.com::1a19a294-b83a-415b-ba80-93567e4bb9c4" providerId="AD" clId="Web-{6B7D80C7-7C86-25AC-5878-1998D46A55A5}"/>
    <pc:docChg chg="addSld modSld">
      <pc:chgData name="Laboratorio Alcolea" userId="S::laboratorio.alcolea@refresco.com::1a19a294-b83a-415b-ba80-93567e4bb9c4" providerId="AD" clId="Web-{6B7D80C7-7C86-25AC-5878-1998D46A55A5}" dt="2026-08-28T02:11:08.677" v="22"/>
      <pc:docMkLst>
        <pc:docMk/>
      </pc:docMkLst>
      <pc:sldChg chg="addSp modSp">
        <pc:chgData name="Laboratorio Alcolea" userId="S::laboratorio.alcolea@refresco.com::1a19a294-b83a-415b-ba80-93567e4bb9c4" providerId="AD" clId="Web-{6B7D80C7-7C86-25AC-5878-1998D46A55A5}" dt="2026-08-28T02:10:54.270" v="19" actId="1076"/>
        <pc:sldMkLst>
          <pc:docMk/>
          <pc:sldMk cId="3979228366" sldId="351"/>
        </pc:sldMkLst>
        <pc:spChg chg="add mod">
          <ac:chgData name="Laboratorio Alcolea" userId="S::laboratorio.alcolea@refresco.com::1a19a294-b83a-415b-ba80-93567e4bb9c4" providerId="AD" clId="Web-{6B7D80C7-7C86-25AC-5878-1998D46A55A5}" dt="2026-08-28T02:10:54.270" v="19" actId="1076"/>
          <ac:spMkLst>
            <pc:docMk/>
            <pc:sldMk cId="3979228366" sldId="351"/>
            <ac:spMk id="6" creationId="{35943F91-7BCA-75BB-4FA1-52A82B0CD703}"/>
          </ac:spMkLst>
        </pc:spChg>
        <pc:picChg chg="add mod">
          <ac:chgData name="Laboratorio Alcolea" userId="S::laboratorio.alcolea@refresco.com::1a19a294-b83a-415b-ba80-93567e4bb9c4" providerId="AD" clId="Web-{6B7D80C7-7C86-25AC-5878-1998D46A55A5}" dt="2026-08-28T02:10:20.316" v="4" actId="1076"/>
          <ac:picMkLst>
            <pc:docMk/>
            <pc:sldMk cId="3979228366" sldId="351"/>
            <ac:picMk id="2" creationId="{FD9DE0C1-E18A-F268-9F20-B0BA1BB9F1ED}"/>
          </ac:picMkLst>
        </pc:picChg>
      </pc:sldChg>
      <pc:sldChg chg="add replId">
        <pc:chgData name="Laboratorio Alcolea" userId="S::laboratorio.alcolea@refresco.com::1a19a294-b83a-415b-ba80-93567e4bb9c4" providerId="AD" clId="Web-{6B7D80C7-7C86-25AC-5878-1998D46A55A5}" dt="2026-08-28T02:11:04.286" v="21"/>
        <pc:sldMkLst>
          <pc:docMk/>
          <pc:sldMk cId="4143710837" sldId="354"/>
        </pc:sldMkLst>
      </pc:sldChg>
    </pc:docChg>
  </pc:docChgLst>
  <pc:docChgLst>
    <pc:chgData name="Laboratorio Alcolea" userId="1a19a294-b83a-415b-ba80-93567e4bb9c4" providerId="ADAL" clId="{50A7D42B-BEA9-4867-8D51-BFBEBE3DC732}"/>
    <pc:docChg chg="custSel addSld modSld">
      <pc:chgData name="Laboratorio Alcolea" userId="1a19a294-b83a-415b-ba80-93567e4bb9c4" providerId="ADAL" clId="{50A7D42B-BEA9-4867-8D51-BFBEBE3DC732}" dt="2026-08-28T17:17:31.130" v="349" actId="1076"/>
      <pc:docMkLst>
        <pc:docMk/>
      </pc:docMkLst>
      <pc:sldChg chg="modSp mod">
        <pc:chgData name="Laboratorio Alcolea" userId="1a19a294-b83a-415b-ba80-93567e4bb9c4" providerId="ADAL" clId="{50A7D42B-BEA9-4867-8D51-BFBEBE3DC732}" dt="2026-08-28T17:17:31.130" v="349" actId="1076"/>
        <pc:sldMkLst>
          <pc:docMk/>
          <pc:sldMk cId="1502669125" sldId="342"/>
        </pc:sldMkLst>
        <pc:picChg chg="mod">
          <ac:chgData name="Laboratorio Alcolea" userId="1a19a294-b83a-415b-ba80-93567e4bb9c4" providerId="ADAL" clId="{50A7D42B-BEA9-4867-8D51-BFBEBE3DC732}" dt="2026-08-28T17:17:31.130" v="349" actId="1076"/>
          <ac:picMkLst>
            <pc:docMk/>
            <pc:sldMk cId="1502669125" sldId="342"/>
            <ac:picMk id="10" creationId="{EBF3B128-544C-4C92-8CBF-E1BFF2D2FD62}"/>
          </ac:picMkLst>
        </pc:picChg>
      </pc:sldChg>
      <pc:sldChg chg="addSp modSp mod">
        <pc:chgData name="Laboratorio Alcolea" userId="1a19a294-b83a-415b-ba80-93567e4bb9c4" providerId="ADAL" clId="{50A7D42B-BEA9-4867-8D51-BFBEBE3DC732}" dt="2026-08-28T17:10:08.689" v="91" actId="20577"/>
        <pc:sldMkLst>
          <pc:docMk/>
          <pc:sldMk cId="4264187088" sldId="352"/>
        </pc:sldMkLst>
        <pc:spChg chg="add mod">
          <ac:chgData name="Laboratorio Alcolea" userId="1a19a294-b83a-415b-ba80-93567e4bb9c4" providerId="ADAL" clId="{50A7D42B-BEA9-4867-8D51-BFBEBE3DC732}" dt="2026-08-28T17:10:08.689" v="91" actId="20577"/>
          <ac:spMkLst>
            <pc:docMk/>
            <pc:sldMk cId="4264187088" sldId="352"/>
            <ac:spMk id="12" creationId="{FC24E4CE-4E7C-A35C-DB4E-3A06D62BBB6F}"/>
          </ac:spMkLst>
        </pc:spChg>
        <pc:picChg chg="add mod">
          <ac:chgData name="Laboratorio Alcolea" userId="1a19a294-b83a-415b-ba80-93567e4bb9c4" providerId="ADAL" clId="{50A7D42B-BEA9-4867-8D51-BFBEBE3DC732}" dt="2026-08-28T17:09:44.136" v="52" actId="14100"/>
          <ac:picMkLst>
            <pc:docMk/>
            <pc:sldMk cId="4264187088" sldId="352"/>
            <ac:picMk id="8" creationId="{3D65DDF7-FEDE-6195-F6FB-26E969B94AF6}"/>
          </ac:picMkLst>
        </pc:picChg>
      </pc:sldChg>
      <pc:sldChg chg="addSp delSp modSp mod">
        <pc:chgData name="Laboratorio Alcolea" userId="1a19a294-b83a-415b-ba80-93567e4bb9c4" providerId="ADAL" clId="{50A7D42B-BEA9-4867-8D51-BFBEBE3DC732}" dt="2026-08-28T17:15:20.856" v="302" actId="20577"/>
        <pc:sldMkLst>
          <pc:docMk/>
          <pc:sldMk cId="4143710837" sldId="354"/>
        </pc:sldMkLst>
        <pc:spChg chg="add mod">
          <ac:chgData name="Laboratorio Alcolea" userId="1a19a294-b83a-415b-ba80-93567e4bb9c4" providerId="ADAL" clId="{50A7D42B-BEA9-4867-8D51-BFBEBE3DC732}" dt="2026-08-28T17:15:05.852" v="271" actId="20577"/>
          <ac:spMkLst>
            <pc:docMk/>
            <pc:sldMk cId="4143710837" sldId="354"/>
            <ac:spMk id="10" creationId="{F5AB779B-6684-B2ED-C3BC-450085CDE467}"/>
          </ac:spMkLst>
        </pc:spChg>
        <pc:picChg chg="add mod">
          <ac:chgData name="Laboratorio Alcolea" userId="1a19a294-b83a-415b-ba80-93567e4bb9c4" providerId="ADAL" clId="{50A7D42B-BEA9-4867-8D51-BFBEBE3DC732}" dt="2026-08-28T17:13:51.716" v="216" actId="1076"/>
          <ac:picMkLst>
            <pc:docMk/>
            <pc:sldMk cId="4143710837" sldId="354"/>
            <ac:picMk id="12" creationId="{4814C93A-F145-8F5D-5932-B949979E568E}"/>
          </ac:picMkLst>
        </pc:picChg>
      </pc:sldChg>
      <pc:sldChg chg="new">
        <pc:chgData name="Laboratorio Alcolea" userId="1a19a294-b83a-415b-ba80-93567e4bb9c4" providerId="ADAL" clId="{50A7D42B-BEA9-4867-8D51-BFBEBE3DC732}" dt="2026-08-28T16:04:38.156" v="36" actId="680"/>
        <pc:sldMkLst>
          <pc:docMk/>
          <pc:sldMk cId="3893275454" sldId="356"/>
        </pc:sldMkLst>
      </pc:sldChg>
      <pc:sldChg chg="addSp delSp modSp add mod">
        <pc:chgData name="Laboratorio Alcolea" userId="1a19a294-b83a-415b-ba80-93567e4bb9c4" providerId="ADAL" clId="{50A7D42B-BEA9-4867-8D51-BFBEBE3DC732}" dt="2026-08-28T17:13:46.013" v="212" actId="478"/>
        <pc:sldMkLst>
          <pc:docMk/>
          <pc:sldMk cId="460126324" sldId="357"/>
        </pc:sldMkLst>
      </pc:sldChg>
      <pc:sldChg chg="add">
        <pc:chgData name="Laboratorio Alcolea" userId="1a19a294-b83a-415b-ba80-93567e4bb9c4" providerId="ADAL" clId="{50A7D42B-BEA9-4867-8D51-BFBEBE3DC732}" dt="2026-08-28T16:04:44.242" v="38" actId="2890"/>
        <pc:sldMkLst>
          <pc:docMk/>
          <pc:sldMk cId="3870344529" sldId="358"/>
        </pc:sldMkLst>
      </pc:sldChg>
      <pc:sldChg chg="add">
        <pc:chgData name="Laboratorio Alcolea" userId="1a19a294-b83a-415b-ba80-93567e4bb9c4" providerId="ADAL" clId="{50A7D42B-BEA9-4867-8D51-BFBEBE3DC732}" dt="2026-08-28T16:04:46.394" v="39" actId="2890"/>
        <pc:sldMkLst>
          <pc:docMk/>
          <pc:sldMk cId="4043651714" sldId="359"/>
        </pc:sldMkLst>
      </pc:sldChg>
    </pc:docChg>
  </pc:docChgLst>
  <pc:docChgLst>
    <pc:chgData name="Laboratorio Alcolea" userId="S::laboratorio.alcolea@refresco.com::1a19a294-b83a-415b-ba80-93567e4bb9c4" providerId="AD" clId="Web-{CDA7756E-EE5C-8649-E11E-94EFF1DECEDB}"/>
    <pc:docChg chg="modSld">
      <pc:chgData name="Laboratorio Alcolea" userId="S::laboratorio.alcolea@refresco.com::1a19a294-b83a-415b-ba80-93567e4bb9c4" providerId="AD" clId="Web-{CDA7756E-EE5C-8649-E11E-94EFF1DECEDB}" dt="2026-08-27T23:32:29.062" v="14" actId="20577"/>
      <pc:docMkLst>
        <pc:docMk/>
      </pc:docMkLst>
      <pc:sldChg chg="addSp modSp">
        <pc:chgData name="Laboratorio Alcolea" userId="S::laboratorio.alcolea@refresco.com::1a19a294-b83a-415b-ba80-93567e4bb9c4" providerId="AD" clId="Web-{CDA7756E-EE5C-8649-E11E-94EFF1DECEDB}" dt="2026-08-27T23:32:29.062" v="14" actId="20577"/>
        <pc:sldMkLst>
          <pc:docMk/>
          <pc:sldMk cId="1091018604" sldId="350"/>
        </pc:sldMkLst>
        <pc:spChg chg="add mod">
          <ac:chgData name="Laboratorio Alcolea" userId="S::laboratorio.alcolea@refresco.com::1a19a294-b83a-415b-ba80-93567e4bb9c4" providerId="AD" clId="Web-{CDA7756E-EE5C-8649-E11E-94EFF1DECEDB}" dt="2026-08-27T23:32:29.062" v="14" actId="20577"/>
          <ac:spMkLst>
            <pc:docMk/>
            <pc:sldMk cId="1091018604" sldId="350"/>
            <ac:spMk id="7" creationId="{93AA3026-1540-D714-1EFC-3A782D0BA12E}"/>
          </ac:spMkLst>
        </pc:spChg>
        <pc:picChg chg="add mod">
          <ac:chgData name="Laboratorio Alcolea" userId="S::laboratorio.alcolea@refresco.com::1a19a294-b83a-415b-ba80-93567e4bb9c4" providerId="AD" clId="Web-{CDA7756E-EE5C-8649-E11E-94EFF1DECEDB}" dt="2026-08-27T23:30:57.715" v="3" actId="1076"/>
          <ac:picMkLst>
            <pc:docMk/>
            <pc:sldMk cId="1091018604" sldId="350"/>
            <ac:picMk id="6" creationId="{D45F7BBB-9923-572E-8811-58BDDB1F151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525085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5F1211-2326-466C-8DE9-1C874FF61806}" type="datetimeFigureOut">
              <a:rPr lang="es-ES" smtClean="0"/>
              <a:t>18/09/2026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CB7F33-17C7-4786-82A7-07789A5FD4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1957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174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G:\logo refresco.PNG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12" y="112712"/>
            <a:ext cx="1476375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n 7" descr="G:\logos\logo2.PNG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9867" y="0"/>
            <a:ext cx="4792133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n 8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8850"/>
            <a:ext cx="1219200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049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30EAD-15B7-4B2D-A037-294C4199A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82895"/>
            <a:ext cx="9144000" cy="1574631"/>
          </a:xfrm>
        </p:spPr>
        <p:txBody>
          <a:bodyPr/>
          <a:lstStyle/>
          <a:p>
            <a:r>
              <a:rPr lang="es-ES" dirty="0"/>
              <a:t> </a:t>
            </a:r>
            <a:r>
              <a:rPr lang="es-ES" sz="3600" b="1" dirty="0"/>
              <a:t>INSPECCION INCIDENCIAS CALIDAD 2026</a:t>
            </a:r>
            <a:endParaRPr lang="es-ES" sz="36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8612C0-1656-454C-A521-F0080B1B5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16892"/>
            <a:ext cx="9144000" cy="1040907"/>
          </a:xfrm>
        </p:spPr>
        <p:txBody>
          <a:bodyPr/>
          <a:lstStyle/>
          <a:p>
            <a:r>
              <a:rPr lang="es-ES" sz="1800" b="1" dirty="0"/>
              <a:t>REFRESCO IBERIA PLANTA ALCOLEA</a:t>
            </a:r>
            <a:endParaRPr lang="es-ES" sz="1800" dirty="0"/>
          </a:p>
        </p:txBody>
      </p:sp>
      <p:pic>
        <p:nvPicPr>
          <p:cNvPr id="5" name="Imagen 4" descr="Imagen que contiene Icono&#10;&#10;Descripción generada automáticamente">
            <a:extLst>
              <a:ext uri="{FF2B5EF4-FFF2-40B4-BE49-F238E27FC236}">
                <a16:creationId xmlns:a16="http://schemas.microsoft.com/office/drawing/2014/main" id="{D7A4566B-176E-E2D8-16A7-D42D4EC7BC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728" y="3584875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804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wipe/>
      </p:transition>
    </mc:Choice>
    <mc:Fallback xmlns="">
      <p:transition spd="slow" advTm="5000"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435AC-F160-AB79-5F97-D32096F2B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777EC9EC-CE5D-D238-5335-7014428F6424}"/>
              </a:ext>
            </a:extLst>
          </p:cNvPr>
          <p:cNvSpPr/>
          <p:nvPr/>
        </p:nvSpPr>
        <p:spPr>
          <a:xfrm>
            <a:off x="883309" y="5234267"/>
            <a:ext cx="41773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400" dirty="0"/>
              <a:t>REPARAR ESTANTERIA JUNTO CALLE FC-43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0F215B7-82D1-BBDC-48C4-D9889319D453}"/>
              </a:ext>
            </a:extLst>
          </p:cNvPr>
          <p:cNvSpPr/>
          <p:nvPr/>
        </p:nvSpPr>
        <p:spPr>
          <a:xfrm>
            <a:off x="6292218" y="5080379"/>
            <a:ext cx="41773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400" dirty="0"/>
              <a:t>REPARAR ESTANTERIA CALLE FC-35</a:t>
            </a:r>
          </a:p>
        </p:txBody>
      </p:sp>
      <p:pic>
        <p:nvPicPr>
          <p:cNvPr id="7" name="Imagen 6" descr="Imagen que contiene edificio, grande, puerta, estacionado&#10;&#10;El contenido generado por IA puede ser incorrecto.">
            <a:extLst>
              <a:ext uri="{FF2B5EF4-FFF2-40B4-BE49-F238E27FC236}">
                <a16:creationId xmlns:a16="http://schemas.microsoft.com/office/drawing/2014/main" id="{399FF99F-E453-9E06-152B-161224168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570" y="1289704"/>
            <a:ext cx="3664634" cy="3318473"/>
          </a:xfrm>
          <a:prstGeom prst="rect">
            <a:avLst/>
          </a:prstGeom>
        </p:spPr>
      </p:pic>
      <p:pic>
        <p:nvPicPr>
          <p:cNvPr id="10" name="Imagen 9" descr="Imagen que contiene edificio, calle, grande, tren&#10;&#10;El contenido generado por IA puede ser incorrecto.">
            <a:extLst>
              <a:ext uri="{FF2B5EF4-FFF2-40B4-BE49-F238E27FC236}">
                <a16:creationId xmlns:a16="http://schemas.microsoft.com/office/drawing/2014/main" id="{C3C2E2A0-72FC-E98B-9626-2843F7199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929" y="1017236"/>
            <a:ext cx="3145311" cy="3863407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745D523-0C18-08EC-1A7B-58AD7D90026C}"/>
              </a:ext>
            </a:extLst>
          </p:cNvPr>
          <p:cNvSpPr txBox="1"/>
          <p:nvPr/>
        </p:nvSpPr>
        <p:spPr>
          <a:xfrm>
            <a:off x="2921163" y="64790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/>
              <a:t>INSPECCIÓN FEBRERO 2026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D12AFAF-FE27-29D7-FC84-7E66FC8FF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9072" y="2494854"/>
            <a:ext cx="958624" cy="90817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562D2E1-E88A-5A81-429B-EFCF2F8DE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5821" y="2378318"/>
            <a:ext cx="958624" cy="90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159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46807-D646-AE32-F952-4FEC168AA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7BB5CC89-A7B9-F294-06D4-61371E2A93F9}"/>
              </a:ext>
            </a:extLst>
          </p:cNvPr>
          <p:cNvSpPr/>
          <p:nvPr/>
        </p:nvSpPr>
        <p:spPr>
          <a:xfrm>
            <a:off x="883309" y="5234267"/>
            <a:ext cx="41773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400" dirty="0"/>
              <a:t>REPARAR ESTANTERIA JUNTO CALLE FC-30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8A0404F-D62D-9F5A-3764-89AFA4A7819F}"/>
              </a:ext>
            </a:extLst>
          </p:cNvPr>
          <p:cNvSpPr/>
          <p:nvPr/>
        </p:nvSpPr>
        <p:spPr>
          <a:xfrm>
            <a:off x="6292218" y="5080379"/>
            <a:ext cx="41773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400" dirty="0"/>
              <a:t>REPARAR ESTANTERIA CALLE FC-14</a:t>
            </a:r>
          </a:p>
        </p:txBody>
      </p:sp>
      <p:pic>
        <p:nvPicPr>
          <p:cNvPr id="8" name="Imagen 7" descr="Imagen que contiene edificio, exterior, calle, naranja&#10;&#10;El contenido generado por IA puede ser incorrecto.">
            <a:extLst>
              <a:ext uri="{FF2B5EF4-FFF2-40B4-BE49-F238E27FC236}">
                <a16:creationId xmlns:a16="http://schemas.microsoft.com/office/drawing/2014/main" id="{C3DBBED9-0D3A-723A-0332-FEAC5B633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633" y="1215755"/>
            <a:ext cx="3349782" cy="3766863"/>
          </a:xfrm>
          <a:prstGeom prst="rect">
            <a:avLst/>
          </a:prstGeom>
        </p:spPr>
      </p:pic>
      <p:pic>
        <p:nvPicPr>
          <p:cNvPr id="11" name="Imagen 10" descr="Imagen que contiene edificio, exterior, calle, puerta&#10;&#10;El contenido generado por IA puede ser incorrecto.">
            <a:extLst>
              <a:ext uri="{FF2B5EF4-FFF2-40B4-BE49-F238E27FC236}">
                <a16:creationId xmlns:a16="http://schemas.microsoft.com/office/drawing/2014/main" id="{E7903329-8A3C-18C3-D748-6DFD6DD79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569" y="1303698"/>
            <a:ext cx="3236366" cy="359097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E1C3B9A-5102-B381-303A-8B324C83A7BD}"/>
              </a:ext>
            </a:extLst>
          </p:cNvPr>
          <p:cNvSpPr txBox="1"/>
          <p:nvPr/>
        </p:nvSpPr>
        <p:spPr>
          <a:xfrm>
            <a:off x="2971989" y="53593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/>
              <a:t>INSPECCIÓN FEBRERO 2026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2D41483-ED68-9AB1-042A-AC3FE3FAB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6541" y="2497190"/>
            <a:ext cx="958624" cy="90817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8AC7EB6-D928-DF06-3DD9-7A12A3351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2367" y="2497190"/>
            <a:ext cx="958624" cy="90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072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CC11E-46C6-3E30-D613-B9458D96C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387BBF85-165F-97A6-AE4D-A7F5F2D97C4B}"/>
              </a:ext>
            </a:extLst>
          </p:cNvPr>
          <p:cNvSpPr/>
          <p:nvPr/>
        </p:nvSpPr>
        <p:spPr>
          <a:xfrm>
            <a:off x="883309" y="5234267"/>
            <a:ext cx="41773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400" dirty="0"/>
              <a:t>REPARAR ESTANTERIA JUNTO CALLE FC-07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9DE1FD0-C484-B7AF-D652-58B5C8E14A1F}"/>
              </a:ext>
            </a:extLst>
          </p:cNvPr>
          <p:cNvSpPr/>
          <p:nvPr/>
        </p:nvSpPr>
        <p:spPr>
          <a:xfrm>
            <a:off x="6292218" y="5080379"/>
            <a:ext cx="41773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400" dirty="0"/>
              <a:t>REPARAR ESTANTERIA CALLE EC-64//EC-65</a:t>
            </a:r>
          </a:p>
        </p:txBody>
      </p:sp>
      <p:pic>
        <p:nvPicPr>
          <p:cNvPr id="7" name="Imagen 6" descr="Imagen que contiene edificio, calle, camioneta, ciudad&#10;&#10;El contenido generado por IA puede ser incorrecto.">
            <a:extLst>
              <a:ext uri="{FF2B5EF4-FFF2-40B4-BE49-F238E27FC236}">
                <a16:creationId xmlns:a16="http://schemas.microsoft.com/office/drawing/2014/main" id="{C49C7D84-708C-328B-CDD5-5AD40375F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633" y="1141710"/>
            <a:ext cx="3390711" cy="3752966"/>
          </a:xfrm>
          <a:prstGeom prst="rect">
            <a:avLst/>
          </a:prstGeom>
        </p:spPr>
      </p:pic>
      <p:pic>
        <p:nvPicPr>
          <p:cNvPr id="13" name="Imagen 12" descr="Imagen que contiene edificio, calle, ciudad, caminando&#10;&#10;El contenido generado por IA puede ser incorrecto.">
            <a:extLst>
              <a:ext uri="{FF2B5EF4-FFF2-40B4-BE49-F238E27FC236}">
                <a16:creationId xmlns:a16="http://schemas.microsoft.com/office/drawing/2014/main" id="{6DCBBA28-AE2E-0F09-FC29-1577797FF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804" y="1141710"/>
            <a:ext cx="3126188" cy="375296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E580450-B236-545D-BB52-A12A13A86460}"/>
              </a:ext>
            </a:extLst>
          </p:cNvPr>
          <p:cNvSpPr txBox="1"/>
          <p:nvPr/>
        </p:nvSpPr>
        <p:spPr>
          <a:xfrm>
            <a:off x="2655570" y="586675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/>
              <a:t>INSPECCIÓN </a:t>
            </a:r>
            <a:r>
              <a:rPr lang="es-ES" b="1" dirty="0"/>
              <a:t>MAYO</a:t>
            </a:r>
            <a:r>
              <a:rPr lang="es-ES" sz="1800" b="1" dirty="0"/>
              <a:t> 2026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533DAD8-B840-0FF0-6442-1F77780DDE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6541" y="2497190"/>
            <a:ext cx="958624" cy="90817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A5986F9-9544-8B00-044F-8ED1D5AA5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6157" y="2366126"/>
            <a:ext cx="958624" cy="90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736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85D57-BCC0-CA7E-6EBF-C2D42E823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523D968B-AA39-E96C-AE49-770B0A6F0B00}"/>
              </a:ext>
            </a:extLst>
          </p:cNvPr>
          <p:cNvSpPr/>
          <p:nvPr/>
        </p:nvSpPr>
        <p:spPr>
          <a:xfrm>
            <a:off x="883309" y="5234267"/>
            <a:ext cx="41773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400" dirty="0"/>
              <a:t>REPARAR ESTANTERIA JUNTO FINAL CARROS ALMACEN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14C167D-72CB-1B06-5F4D-809D0611EBC9}"/>
              </a:ext>
            </a:extLst>
          </p:cNvPr>
          <p:cNvSpPr/>
          <p:nvPr/>
        </p:nvSpPr>
        <p:spPr>
          <a:xfrm>
            <a:off x="6292218" y="5080379"/>
            <a:ext cx="41773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400" dirty="0"/>
              <a:t>REPARAR ESTANTERIA </a:t>
            </a:r>
            <a:r>
              <a:rPr lang="es-ES" sz="1400"/>
              <a:t>CALLE EA-36</a:t>
            </a:r>
            <a:endParaRPr lang="es-ES" sz="1400" dirty="0"/>
          </a:p>
        </p:txBody>
      </p:sp>
      <p:pic>
        <p:nvPicPr>
          <p:cNvPr id="8" name="Imagen 7" descr="Puente de madera&#10;&#10;El contenido generado por IA puede ser incorrecto.">
            <a:extLst>
              <a:ext uri="{FF2B5EF4-FFF2-40B4-BE49-F238E27FC236}">
                <a16:creationId xmlns:a16="http://schemas.microsoft.com/office/drawing/2014/main" id="{6B385504-F2DC-E004-A138-307B53FE3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65" y="999333"/>
            <a:ext cx="4830276" cy="3895343"/>
          </a:xfrm>
          <a:prstGeom prst="rect">
            <a:avLst/>
          </a:prstGeom>
        </p:spPr>
      </p:pic>
      <p:pic>
        <p:nvPicPr>
          <p:cNvPr id="10" name="Imagen 9" descr="Imagen que contiene edificio, computadora, metal, tren&#10;&#10;El contenido generado por IA puede ser incorrecto.">
            <a:extLst>
              <a:ext uri="{FF2B5EF4-FFF2-40B4-BE49-F238E27FC236}">
                <a16:creationId xmlns:a16="http://schemas.microsoft.com/office/drawing/2014/main" id="{D14A19EC-5446-D407-4AC7-1CDE91042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861" y="986937"/>
            <a:ext cx="3015546" cy="389534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4E67C7B-D289-05F1-57D2-0F908255505E}"/>
              </a:ext>
            </a:extLst>
          </p:cNvPr>
          <p:cNvSpPr txBox="1"/>
          <p:nvPr/>
        </p:nvSpPr>
        <p:spPr>
          <a:xfrm>
            <a:off x="3244980" y="47507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/>
              <a:t>INSPECCIÓN MAYO 2026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88DFA3D-D492-8881-82E4-2243B85F1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9140" y="2396606"/>
            <a:ext cx="958624" cy="90817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56CF984-E7B2-B720-81CB-C5DB095AC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917" y="2480523"/>
            <a:ext cx="958624" cy="90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441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A0301-7CCA-1A05-9B62-E34D6EA08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4BBDE0B-A4AF-80FF-BC32-033309A09EEF}"/>
              </a:ext>
            </a:extLst>
          </p:cNvPr>
          <p:cNvSpPr/>
          <p:nvPr/>
        </p:nvSpPr>
        <p:spPr>
          <a:xfrm>
            <a:off x="6183517" y="5338495"/>
            <a:ext cx="41773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400" dirty="0"/>
              <a:t>REPARAR PLEGADORA CARTON BRIK</a:t>
            </a:r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1D1C7B90-9B95-0ABB-E226-F564A897F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161" y="1353214"/>
            <a:ext cx="5128796" cy="3871339"/>
          </a:xfrm>
          <a:prstGeom prst="rect">
            <a:avLst/>
          </a:prstGeom>
        </p:spPr>
      </p:pic>
      <p:pic>
        <p:nvPicPr>
          <p:cNvPr id="6" name="Imagen 5" descr="Imagen que contiene edificio, banqueta, puerta, calle&#10;&#10;El contenido generado por IA puede ser incorrecto.">
            <a:extLst>
              <a:ext uri="{FF2B5EF4-FFF2-40B4-BE49-F238E27FC236}">
                <a16:creationId xmlns:a16="http://schemas.microsoft.com/office/drawing/2014/main" id="{26081214-F7C4-46A3-9E09-293F746A1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412" y="1353214"/>
            <a:ext cx="4041570" cy="3871339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A91126CC-8D3D-4599-1842-D019FFBA675B}"/>
              </a:ext>
            </a:extLst>
          </p:cNvPr>
          <p:cNvSpPr/>
          <p:nvPr/>
        </p:nvSpPr>
        <p:spPr>
          <a:xfrm>
            <a:off x="1035709" y="5386667"/>
            <a:ext cx="41773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400" dirty="0"/>
              <a:t>REPARAR ESTANTERIA EB-06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ADE4035-3F41-2BB0-C256-1A2B832D7A8E}"/>
              </a:ext>
            </a:extLst>
          </p:cNvPr>
          <p:cNvSpPr txBox="1"/>
          <p:nvPr/>
        </p:nvSpPr>
        <p:spPr>
          <a:xfrm>
            <a:off x="3204174" y="48279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/>
              <a:t>INSPECCIÓN </a:t>
            </a:r>
            <a:r>
              <a:rPr lang="es-ES" b="1" dirty="0"/>
              <a:t>JULIO</a:t>
            </a:r>
            <a:r>
              <a:rPr lang="es-ES" sz="1800" b="1" dirty="0"/>
              <a:t> 2026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B4A1BF4-A0A0-B416-3D19-3BA9A8879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1277" y="2520830"/>
            <a:ext cx="958624" cy="90817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8DDEA84-1E57-47F4-7F37-C6EDD6C91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2393" y="2520830"/>
            <a:ext cx="958624" cy="90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189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F0F5E-2AF7-8F20-052C-C04BA0807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6917A28-CA5F-0F17-787C-801D6EEC0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822" y="2724723"/>
            <a:ext cx="1072989" cy="94496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35F69F3-1741-BF56-C173-BB2BFCE91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8240" y="2590571"/>
            <a:ext cx="1072989" cy="94496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E6C3F7E-B00A-35A6-494D-E6D8A3CC2929}"/>
              </a:ext>
            </a:extLst>
          </p:cNvPr>
          <p:cNvSpPr txBox="1"/>
          <p:nvPr/>
        </p:nvSpPr>
        <p:spPr>
          <a:xfrm>
            <a:off x="3204174" y="48279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/>
              <a:t>INSPECCIÓN AGOSTO 2026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7CFE3B-84DA-8A2E-81B7-5BE00E341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331" y="1015851"/>
            <a:ext cx="1870685" cy="41694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8A7897-2AB9-550F-C189-4DEE6965B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898" y="668056"/>
            <a:ext cx="1953410" cy="4519808"/>
          </a:xfrm>
          <a:prstGeom prst="rect">
            <a:avLst/>
          </a:prstGeom>
        </p:spPr>
      </p:pic>
      <p:sp>
        <p:nvSpPr>
          <p:cNvPr id="8" name="Rectángulo 4">
            <a:extLst>
              <a:ext uri="{FF2B5EF4-FFF2-40B4-BE49-F238E27FC236}">
                <a16:creationId xmlns:a16="http://schemas.microsoft.com/office/drawing/2014/main" id="{8FA9E13F-7A13-9F93-8EC7-A67CBA8CF6A5}"/>
              </a:ext>
            </a:extLst>
          </p:cNvPr>
          <p:cNvSpPr/>
          <p:nvPr/>
        </p:nvSpPr>
        <p:spPr>
          <a:xfrm>
            <a:off x="444898" y="5338651"/>
            <a:ext cx="4177361" cy="30777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sz="1400" dirty="0">
                <a:cs typeface="Arial"/>
              </a:rPr>
              <a:t>TUBERÍA MULTIVIAS L6</a:t>
            </a:r>
          </a:p>
        </p:txBody>
      </p:sp>
      <p:sp>
        <p:nvSpPr>
          <p:cNvPr id="10" name="Rectángulo 4">
            <a:extLst>
              <a:ext uri="{FF2B5EF4-FFF2-40B4-BE49-F238E27FC236}">
                <a16:creationId xmlns:a16="http://schemas.microsoft.com/office/drawing/2014/main" id="{88F80678-E945-DB21-EEB1-2A09DE1A9C51}"/>
              </a:ext>
            </a:extLst>
          </p:cNvPr>
          <p:cNvSpPr/>
          <p:nvPr/>
        </p:nvSpPr>
        <p:spPr>
          <a:xfrm>
            <a:off x="883309" y="5234267"/>
            <a:ext cx="4177361" cy="30777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es-ES" sz="1400" dirty="0">
              <a:cs typeface="Arial"/>
            </a:endParaRPr>
          </a:p>
        </p:txBody>
      </p:sp>
      <p:sp>
        <p:nvSpPr>
          <p:cNvPr id="12" name="Rectángulo 4">
            <a:extLst>
              <a:ext uri="{FF2B5EF4-FFF2-40B4-BE49-F238E27FC236}">
                <a16:creationId xmlns:a16="http://schemas.microsoft.com/office/drawing/2014/main" id="{4ACC4F80-D4F5-51AC-1F44-FE0CD896B452}"/>
              </a:ext>
            </a:extLst>
          </p:cNvPr>
          <p:cNvSpPr/>
          <p:nvPr/>
        </p:nvSpPr>
        <p:spPr>
          <a:xfrm>
            <a:off x="6405199" y="5390842"/>
            <a:ext cx="4177361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sz="1400" dirty="0"/>
              <a:t>TUBERIA AGUA OSMOTIZADA PASTER COMBI (OT: 5307394)</a:t>
            </a:r>
          </a:p>
        </p:txBody>
      </p:sp>
    </p:spTree>
    <p:extLst>
      <p:ext uri="{BB962C8B-B14F-4D97-AF65-F5344CB8AC3E}">
        <p14:creationId xmlns:p14="http://schemas.microsoft.com/office/powerpoint/2010/main" val="2649635619"/>
      </p:ext>
    </p:extLst>
  </p:cSld>
  <p:clrMapOvr>
    <a:masterClrMapping/>
  </p:clrMapOvr>
</p:sld>
</file>

<file path=ppt/theme/theme1.xml><?xml version="1.0" encoding="utf-8"?>
<a:theme xmlns:a="http://schemas.openxmlformats.org/drawingml/2006/main" name="Calida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lidad" id="{7382B2A0-B8CD-4BCA-8E88-DA3B64BF8CAE}" vid="{9BFBCC6A-D054-4D07-8746-6503390AD17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0d4b45d-93a0-4f39-9042-cc079396ec40">
      <Terms xmlns="http://schemas.microsoft.com/office/infopath/2007/PartnerControls"/>
    </lcf76f155ced4ddcb4097134ff3c332f>
    <TaxCatchAll xmlns="10cd4542-0c67-4baa-bcff-160c68bd52f2" xsi:nil="true"/>
    <FechaModificacion xmlns="60d4b45d-93a0-4f39-9042-cc079396ec4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E8D794E3AB644E845BE0F6C5F2BD5A" ma:contentTypeVersion="15" ma:contentTypeDescription="Create a new document." ma:contentTypeScope="" ma:versionID="580d804c37ba7c967c22fe4b133edd03">
  <xsd:schema xmlns:xsd="http://www.w3.org/2001/XMLSchema" xmlns:xs="http://www.w3.org/2001/XMLSchema" xmlns:p="http://schemas.microsoft.com/office/2006/metadata/properties" xmlns:ns2="60d4b45d-93a0-4f39-9042-cc079396ec40" xmlns:ns3="10cd4542-0c67-4baa-bcff-160c68bd52f2" targetNamespace="http://schemas.microsoft.com/office/2006/metadata/properties" ma:root="true" ma:fieldsID="5444b749579edfeb354182d37a6221fc" ns2:_="" ns3:_="">
    <xsd:import namespace="60d4b45d-93a0-4f39-9042-cc079396ec40"/>
    <xsd:import namespace="10cd4542-0c67-4baa-bcff-160c68bd52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FechaModificac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d4b45d-93a0-4f39-9042-cc079396ec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68432e3b-b075-4a06-8412-64b9d32a02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  <xsd:element name="FechaModificacion" ma:index="22" nillable="true" ma:displayName="Fecha Modificacion" ma:format="DateTime" ma:internalName="FechaModificacion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cd4542-0c67-4baa-bcff-160c68bd52f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75909f7-aa0a-463f-827e-6342b019b598}" ma:internalName="TaxCatchAll" ma:showField="CatchAllData" ma:web="10cd4542-0c67-4baa-bcff-160c68bd52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D2D5A0-75D3-478D-B8AB-58110659B1FA}">
  <ds:schemaRefs>
    <ds:schemaRef ds:uri="http://purl.org/dc/elements/1.1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10cd4542-0c67-4baa-bcff-160c68bd52f2"/>
    <ds:schemaRef ds:uri="http://purl.org/dc/terms/"/>
    <ds:schemaRef ds:uri="60d4b45d-93a0-4f39-9042-cc079396ec40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11F59B1-007D-4652-99DC-A7B9118019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d4b45d-93a0-4f39-9042-cc079396ec40"/>
    <ds:schemaRef ds:uri="10cd4542-0c67-4baa-bcff-160c68bd52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A125948-C8E8-4779-8BFB-56F083FA6DF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44c234-3068-4035-b3ca-24ede745248d}" enabled="1" method="Standard" siteId="{066b9a36-95cf-4417-8e14-597234493a0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Calidad</Template>
  <TotalTime>5533</TotalTime>
  <Words>86</Words>
  <Application>Microsoft Office PowerPoint</Application>
  <PresentationFormat>Panorámica</PresentationFormat>
  <Paragraphs>20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9" baseType="lpstr">
      <vt:lpstr>Arial</vt:lpstr>
      <vt:lpstr>Calidad</vt:lpstr>
      <vt:lpstr> INSPECCION INCIDENCIAS CALIDAD 2026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REPARACIONES TEMPORALES  2022</dc:title>
  <dc:creator>Jorge Quesada</dc:creator>
  <cp:lastModifiedBy>Jorge Quesada</cp:lastModifiedBy>
  <cp:revision>270</cp:revision>
  <cp:lastPrinted>2024-11-07T11:29:21Z</cp:lastPrinted>
  <dcterms:created xsi:type="dcterms:W3CDTF">2022-02-20T17:49:20Z</dcterms:created>
  <dcterms:modified xsi:type="dcterms:W3CDTF">2026-09-18T05:43:28Z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0x010100E3E8D794E3AB644E845BE0F6C5F2BD5A</vt:lpwstr>
  </property>
  <property fmtid="{D5CDD505-2E9C-101B-9397-08002B2CF9AE}" pid="3" name="MediaServiceImageTags">
    <vt:lpwstr/>
  </property>
</Properties>
</file>