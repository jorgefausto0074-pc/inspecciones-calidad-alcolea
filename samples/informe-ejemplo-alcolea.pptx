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46920" y="45720"/>
            <a:ext cx="3246120" cy="3246120"/>
          </a:xfrm>
          <a:prstGeom prst="ellipse">
            <a:avLst/>
          </a:prstGeom>
          <a:solidFill>
            <a:srgbClr val="03A64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89720" y="2212848"/>
            <a:ext cx="1783080" cy="1783080"/>
          </a:xfrm>
          <a:prstGeom prst="ellipse">
            <a:avLst/>
          </a:prstGeom>
          <a:solidFill>
            <a:srgbClr val="E892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018520" y="3127248"/>
            <a:ext cx="1261872" cy="1261872"/>
          </a:xfrm>
          <a:prstGeom prst="ellipse">
            <a:avLst/>
          </a:prstGeom>
          <a:solidFill>
            <a:srgbClr val="F3FB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13232" y="960120"/>
            <a:ext cx="2331720" cy="1481328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27000" dist="38100" dir="16200000">
              <a:srgbClr val="2F3E46">
                <a:alpha val="12000"/>
              </a:srgbClr>
            </a:outerShdw>
          </a:effectLst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190695" y="1280160"/>
            <a:ext cx="1376793" cy="84124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13232" y="2578608"/>
            <a:ext cx="6766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987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CALIDAD · PLANTA ALCOLEA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713232" y="2852928"/>
            <a:ext cx="69494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3A6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INSPECCION INCIDENCIAS CALIDAD</a:t>
            </a:r>
            <a:endParaRPr lang="en-US" sz="2800" dirty="0"/>
          </a:p>
        </p:txBody>
      </p:sp>
      <p:sp>
        <p:nvSpPr>
          <p:cNvPr id="9" name="Text 6"/>
          <p:cNvSpPr/>
          <p:nvPr/>
        </p:nvSpPr>
        <p:spPr>
          <a:xfrm>
            <a:off x="713232" y="4133088"/>
            <a:ext cx="7498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3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REFRESCO IBERIA PLANTA ALCOLEA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333695"/>
            <a:ext cx="12191695" cy="1524305"/>
          </a:xfrm>
          <a:prstGeom prst="rect">
            <a:avLst/>
          </a:prstGeom>
        </p:spPr>
      </p:pic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6032" y="5596128"/>
            <a:ext cx="1024128" cy="1207008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389888" y="6473952"/>
            <a:ext cx="7589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Inspecciones calidad · Refresco Iberia · Planta Alcolea</a:t>
            </a:r>
            <a:endParaRPr lang="en-US" sz="1000" dirty="0"/>
          </a:p>
        </p:txBody>
      </p:sp>
      <p:sp>
        <p:nvSpPr>
          <p:cNvPr id="13" name="Text 8"/>
          <p:cNvSpPr/>
          <p:nvPr/>
        </p:nvSpPr>
        <p:spPr>
          <a:xfrm>
            <a:off x="9281160" y="6364224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Refresco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77240" y="1874520"/>
            <a:ext cx="2148840" cy="2148840"/>
          </a:xfrm>
          <a:prstGeom prst="ellipse">
            <a:avLst/>
          </a:prstGeom>
          <a:solidFill>
            <a:srgbClr val="F0E4D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561320" y="-320040"/>
            <a:ext cx="2606040" cy="2606040"/>
          </a:xfrm>
          <a:prstGeom prst="ellipse">
            <a:avLst/>
          </a:prstGeom>
          <a:solidFill>
            <a:srgbClr val="D8F3E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2084832"/>
            <a:ext cx="10725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400" kern="0" dirty="0">
                <a:solidFill>
                  <a:srgbClr val="D987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DEPARTAMENTO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31520" y="2359152"/>
            <a:ext cx="107259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D987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EXTERIORES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731520" y="3182112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3A6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INCIDENCIAS EXTERIORES</a:t>
            </a:r>
            <a:endParaRPr lang="en-US" sz="24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5333695"/>
            <a:ext cx="12191695" cy="1524305"/>
          </a:xfrm>
          <a:prstGeom prst="rect">
            <a:avLst/>
          </a:prstGeom>
        </p:spPr>
      </p:pic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5596128"/>
            <a:ext cx="1024128" cy="1207008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389888" y="6473952"/>
            <a:ext cx="7589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Inspecciones calidad · Refresco Iberia · Planta Alcolea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9281160" y="6364224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Refresco</a:t>
            </a:r>
            <a:endParaRPr lang="en-US" sz="1800" dirty="0"/>
          </a:p>
        </p:txBody>
      </p:sp>
      <p:sp>
        <p:nvSpPr>
          <p:cNvPr id="11" name="Text 7"/>
          <p:cNvSpPr/>
          <p:nvPr/>
        </p:nvSpPr>
        <p:spPr>
          <a:xfrm>
            <a:off x="54864" y="6492240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92840" y="502920"/>
            <a:ext cx="1417320" cy="1417320"/>
          </a:xfrm>
          <a:prstGeom prst="ellipse">
            <a:avLst/>
          </a:prstGeom>
          <a:solidFill>
            <a:srgbClr val="D8F3E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84048" y="164592"/>
            <a:ext cx="6858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987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EXTERIORES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84048" y="53035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3A6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FICHA 1 DE 1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281160" y="237744"/>
            <a:ext cx="2514600" cy="329184"/>
          </a:xfrm>
          <a:prstGeom prst="roundRect">
            <a:avLst>
              <a:gd name="adj" fmla="val 44444"/>
            </a:avLst>
          </a:prstGeom>
          <a:solidFill>
            <a:srgbClr val="D9871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281160" y="237744"/>
            <a:ext cx="2514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INCIDENCIAS EXTERIORES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472" y="896112"/>
            <a:ext cx="5618988" cy="452628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 w="9525">
            <a:solidFill>
              <a:srgbClr val="E4EEE7"/>
            </a:solidFill>
            <a:prstDash val="solid"/>
          </a:ln>
          <a:effectLst>
            <a:outerShdw sx="100000" sy="100000" kx="0" ky="0" algn="bl" rotWithShape="0" blurRad="101600" dist="25400" dir="16200000">
              <a:srgbClr val="2F3E46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47472" y="896112"/>
            <a:ext cx="5618988" cy="3657600"/>
          </a:xfrm>
          <a:prstGeom prst="rect">
            <a:avLst/>
          </a:prstGeom>
          <a:solidFill>
            <a:srgbClr val="D5E6D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18566" y="896112"/>
            <a:ext cx="4876800" cy="365760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4759452" y="987552"/>
            <a:ext cx="1115568" cy="256032"/>
          </a:xfrm>
          <a:prstGeom prst="roundRect">
            <a:avLst>
              <a:gd name="adj" fmla="val 42857"/>
            </a:avLst>
          </a:prstGeom>
          <a:solidFill>
            <a:srgbClr val="ED7D3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759452" y="987552"/>
            <a:ext cx="11155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PENDIENTE</a:t>
            </a:r>
            <a:endParaRPr lang="en-US" sz="800" dirty="0"/>
          </a:p>
        </p:txBody>
      </p:sp>
      <p:sp>
        <p:nvSpPr>
          <p:cNvPr id="12" name="Text 9"/>
          <p:cNvSpPr/>
          <p:nvPr/>
        </p:nvSpPr>
        <p:spPr>
          <a:xfrm>
            <a:off x="475488" y="4645152"/>
            <a:ext cx="53629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987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 · ZONA A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475488" y="4846320"/>
            <a:ext cx="53629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F3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 — LIMPIEZA PENDIENTE — ZONA A</a:t>
            </a:r>
            <a:endParaRPr lang="en-US" sz="1100" dirty="0"/>
          </a:p>
        </p:txBody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333695"/>
            <a:ext cx="12191695" cy="1524305"/>
          </a:xfrm>
          <a:prstGeom prst="rect">
            <a:avLst/>
          </a:prstGeom>
        </p:spPr>
      </p:pic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6032" y="5596128"/>
            <a:ext cx="1024128" cy="1207008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389888" y="6473952"/>
            <a:ext cx="7589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Inspecciones calidad · Refresco Iberia · Planta Alcolea</a:t>
            </a:r>
            <a:endParaRPr lang="en-US" sz="1000" dirty="0"/>
          </a:p>
        </p:txBody>
      </p:sp>
      <p:sp>
        <p:nvSpPr>
          <p:cNvPr id="17" name="Text 12"/>
          <p:cNvSpPr/>
          <p:nvPr/>
        </p:nvSpPr>
        <p:spPr>
          <a:xfrm>
            <a:off x="9281160" y="6364224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Refresco</a:t>
            </a:r>
            <a:endParaRPr lang="en-US" sz="1800" dirty="0"/>
          </a:p>
        </p:txBody>
      </p:sp>
      <p:sp>
        <p:nvSpPr>
          <p:cNvPr id="18" name="Text 13"/>
          <p:cNvSpPr/>
          <p:nvPr/>
        </p:nvSpPr>
        <p:spPr>
          <a:xfrm>
            <a:off x="54864" y="6492240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77240" y="1874520"/>
            <a:ext cx="2148840" cy="2148840"/>
          </a:xfrm>
          <a:prstGeom prst="ellipse">
            <a:avLst/>
          </a:prstGeom>
          <a:solidFill>
            <a:srgbClr val="F0E4D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561320" y="-320040"/>
            <a:ext cx="2606040" cy="2606040"/>
          </a:xfrm>
          <a:prstGeom prst="ellipse">
            <a:avLst/>
          </a:prstGeom>
          <a:solidFill>
            <a:srgbClr val="D8F3E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2084832"/>
            <a:ext cx="10725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400" kern="0" dirty="0">
                <a:solidFill>
                  <a:srgbClr val="D987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DEPARTAMENTO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31520" y="2359152"/>
            <a:ext cx="107259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D987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JARABE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731520" y="3182112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3A6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INCIDENCIAS JARABE</a:t>
            </a:r>
            <a:endParaRPr lang="en-US" sz="24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5333695"/>
            <a:ext cx="12191695" cy="1524305"/>
          </a:xfrm>
          <a:prstGeom prst="rect">
            <a:avLst/>
          </a:prstGeom>
        </p:spPr>
      </p:pic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5596128"/>
            <a:ext cx="1024128" cy="1207008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389888" y="6473952"/>
            <a:ext cx="7589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Inspecciones calidad · Refresco Iberia · Planta Alcolea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9281160" y="6364224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Refresco</a:t>
            </a:r>
            <a:endParaRPr lang="en-US" sz="1800" dirty="0"/>
          </a:p>
        </p:txBody>
      </p:sp>
      <p:sp>
        <p:nvSpPr>
          <p:cNvPr id="11" name="Text 7"/>
          <p:cNvSpPr/>
          <p:nvPr/>
        </p:nvSpPr>
        <p:spPr>
          <a:xfrm>
            <a:off x="54864" y="6492240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92840" y="502920"/>
            <a:ext cx="1417320" cy="1417320"/>
          </a:xfrm>
          <a:prstGeom prst="ellipse">
            <a:avLst/>
          </a:prstGeom>
          <a:solidFill>
            <a:srgbClr val="D8F3E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84048" y="164592"/>
            <a:ext cx="6858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987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JARABE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84048" y="53035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3A6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FICHA 1 DE 1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281160" y="237744"/>
            <a:ext cx="2514600" cy="329184"/>
          </a:xfrm>
          <a:prstGeom prst="roundRect">
            <a:avLst>
              <a:gd name="adj" fmla="val 44444"/>
            </a:avLst>
          </a:prstGeom>
          <a:solidFill>
            <a:srgbClr val="D9871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281160" y="237744"/>
            <a:ext cx="2514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INCIDENCIAS JARABE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472" y="896112"/>
            <a:ext cx="5618988" cy="452628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 w="9525">
            <a:solidFill>
              <a:srgbClr val="E4EEE7"/>
            </a:solidFill>
            <a:prstDash val="solid"/>
          </a:ln>
          <a:effectLst>
            <a:outerShdw sx="100000" sy="100000" kx="0" ky="0" algn="bl" rotWithShape="0" blurRad="101600" dist="25400" dir="16200000">
              <a:srgbClr val="2F3E46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47472" y="896112"/>
            <a:ext cx="5618988" cy="3657600"/>
          </a:xfrm>
          <a:prstGeom prst="rect">
            <a:avLst/>
          </a:prstGeom>
          <a:solidFill>
            <a:srgbClr val="D5E6D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18566" y="896112"/>
            <a:ext cx="4876800" cy="365760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4759452" y="987552"/>
            <a:ext cx="1115568" cy="256032"/>
          </a:xfrm>
          <a:prstGeom prst="roundRect">
            <a:avLst>
              <a:gd name="adj" fmla="val 42857"/>
            </a:avLst>
          </a:prstGeom>
          <a:solidFill>
            <a:srgbClr val="ED7D3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759452" y="987552"/>
            <a:ext cx="11155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PENDIENTE</a:t>
            </a:r>
            <a:endParaRPr lang="en-US" sz="800" dirty="0"/>
          </a:p>
        </p:txBody>
      </p:sp>
      <p:sp>
        <p:nvSpPr>
          <p:cNvPr id="12" name="Text 9"/>
          <p:cNvSpPr/>
          <p:nvPr/>
        </p:nvSpPr>
        <p:spPr>
          <a:xfrm>
            <a:off x="475488" y="4645152"/>
            <a:ext cx="53629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987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J- · CALLE FC-43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475488" y="4846320"/>
            <a:ext cx="53629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F3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REPARAR ESTANTERIA JUNTO CALLE FC-43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6222492" y="896112"/>
            <a:ext cx="5618988" cy="452628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 w="9525">
            <a:solidFill>
              <a:srgbClr val="E4EEE7"/>
            </a:solidFill>
            <a:prstDash val="solid"/>
          </a:ln>
          <a:effectLst>
            <a:outerShdw sx="100000" sy="100000" kx="0" ky="0" algn="bl" rotWithShape="0" blurRad="101600" dist="25400" dir="16200000">
              <a:srgbClr val="2F3E46">
                <a:alpha val="10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222492" y="896112"/>
            <a:ext cx="5618988" cy="3657600"/>
          </a:xfrm>
          <a:prstGeom prst="rect">
            <a:avLst/>
          </a:prstGeom>
          <a:solidFill>
            <a:srgbClr val="D5E6D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593586" y="896112"/>
            <a:ext cx="4876800" cy="365760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10634472" y="987552"/>
            <a:ext cx="1115568" cy="256032"/>
          </a:xfrm>
          <a:prstGeom prst="roundRect">
            <a:avLst>
              <a:gd name="adj" fmla="val 42857"/>
            </a:avLst>
          </a:prstGeom>
          <a:solidFill>
            <a:srgbClr val="03A64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10634472" y="987552"/>
            <a:ext cx="11155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RESUELTO</a:t>
            </a:r>
            <a:endParaRPr lang="en-US" sz="800" dirty="0"/>
          </a:p>
        </p:txBody>
      </p:sp>
      <p:sp>
        <p:nvSpPr>
          <p:cNvPr id="19" name="Text 15"/>
          <p:cNvSpPr/>
          <p:nvPr/>
        </p:nvSpPr>
        <p:spPr>
          <a:xfrm>
            <a:off x="6350508" y="4645152"/>
            <a:ext cx="53629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987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J- · EB-06</a:t>
            </a:r>
            <a:endParaRPr lang="en-US" sz="1000" dirty="0"/>
          </a:p>
        </p:txBody>
      </p:sp>
      <p:sp>
        <p:nvSpPr>
          <p:cNvPr id="20" name="Text 16"/>
          <p:cNvSpPr/>
          <p:nvPr/>
        </p:nvSpPr>
        <p:spPr>
          <a:xfrm>
            <a:off x="6350508" y="4846320"/>
            <a:ext cx="53629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F3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REPARAR ESTANTERIA EB-06</a:t>
            </a:r>
            <a:endParaRPr lang="en-US" sz="1100" dirty="0"/>
          </a:p>
        </p:txBody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333695"/>
            <a:ext cx="12191695" cy="1524305"/>
          </a:xfrm>
          <a:prstGeom prst="rect">
            <a:avLst/>
          </a:prstGeom>
        </p:spPr>
      </p:pic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6032" y="5596128"/>
            <a:ext cx="1024128" cy="1207008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1389888" y="6473952"/>
            <a:ext cx="7589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Inspecciones calidad · Refresco Iberia · Planta Alcolea</a:t>
            </a:r>
            <a:endParaRPr lang="en-US" sz="1000" dirty="0"/>
          </a:p>
        </p:txBody>
      </p:sp>
      <p:sp>
        <p:nvSpPr>
          <p:cNvPr id="24" name="Text 18"/>
          <p:cNvSpPr/>
          <p:nvPr/>
        </p:nvSpPr>
        <p:spPr>
          <a:xfrm>
            <a:off x="9281160" y="6364224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Refresco</a:t>
            </a:r>
            <a:endParaRPr lang="en-US" sz="1800" dirty="0"/>
          </a:p>
        </p:txBody>
      </p:sp>
      <p:sp>
        <p:nvSpPr>
          <p:cNvPr id="25" name="Text 19"/>
          <p:cNvSpPr/>
          <p:nvPr/>
        </p:nvSpPr>
        <p:spPr>
          <a:xfrm>
            <a:off x="54864" y="6492240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INSPECCION INCIDENCIAS CALIDAD</dc:title>
  <dc:subject>PptxGenJS Presentation</dc:subject>
  <dc:creator>Refresco Iberia — Calidad Alcolea</dc:creator>
  <cp:lastModifiedBy>Refresco Iberia — Calidad Alcolea</cp:lastModifiedBy>
  <cp:revision>1</cp:revision>
  <dcterms:created xsi:type="dcterms:W3CDTF">2026-09-18T17:58:46Z</dcterms:created>
  <dcterms:modified xsi:type="dcterms:W3CDTF">2026-09-18T17:58:46Z</dcterms:modified>
</cp:coreProperties>
</file>