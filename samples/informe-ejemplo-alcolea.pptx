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"/>
            <a:ext cx="3246120" cy="3246120"/>
          </a:xfrm>
          <a:prstGeom prst="ellipse">
            <a:avLst/>
          </a:prstGeom>
          <a:solidFill>
            <a:srgbClr val="03A6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2212848"/>
            <a:ext cx="1783080" cy="1783080"/>
          </a:xfrm>
          <a:prstGeom prst="ellipse">
            <a:avLst/>
          </a:prstGeom>
          <a:solidFill>
            <a:srgbClr val="E892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520" y="3127248"/>
            <a:ext cx="1261872" cy="1261872"/>
          </a:xfrm>
          <a:prstGeom prst="ellipse">
            <a:avLst/>
          </a:prstGeom>
          <a:solidFill>
            <a:srgbClr val="F3FB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960120"/>
            <a:ext cx="233172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27000" dist="38100" dir="16200000">
              <a:srgbClr val="2F3E46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1757" y="1280160"/>
            <a:ext cx="1394670" cy="841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5786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· PLANTA ALCOLEA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13232" y="2816352"/>
            <a:ext cx="5989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 INCIDENCIAS CALIDAD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413308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 IBERIA PLANTA ALCOLEA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1874520"/>
            <a:ext cx="2148840" cy="2148840"/>
          </a:xfrm>
          <a:prstGeom prst="ellipse">
            <a:avLst/>
          </a:prstGeom>
          <a:solidFill>
            <a:srgbClr val="F0E4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-320040"/>
            <a:ext cx="2606040" cy="260604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8483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359152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82112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EXTERIORES</a:t>
            </a:r>
            <a:endParaRPr lang="en-US" sz="2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502920"/>
            <a:ext cx="1417320" cy="141732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64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5303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1 DE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281160" y="237744"/>
            <a:ext cx="2514600" cy="329184"/>
          </a:xfrm>
          <a:prstGeom prst="roundRect">
            <a:avLst>
              <a:gd name="adj" fmla="val 44444"/>
            </a:avLst>
          </a:prstGeom>
          <a:solidFill>
            <a:srgbClr val="D987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81160" y="2377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EXTERIORES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566" y="896112"/>
            <a:ext cx="4876800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75945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ED7D3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945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7548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· ZONA 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7548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LIMPIEZA PENDIENTE — ZONA A</a:t>
            </a:r>
            <a:endParaRPr lang="en-US" sz="11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1874520"/>
            <a:ext cx="2148840" cy="2148840"/>
          </a:xfrm>
          <a:prstGeom prst="ellipse">
            <a:avLst/>
          </a:prstGeom>
          <a:solidFill>
            <a:srgbClr val="F0E4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-320040"/>
            <a:ext cx="2606040" cy="260604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8483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359152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JARABE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82112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JARABE</a:t>
            </a:r>
            <a:endParaRPr lang="en-US" sz="2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502920"/>
            <a:ext cx="1417320" cy="141732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64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JARABE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5303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1 DE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281160" y="237744"/>
            <a:ext cx="2514600" cy="329184"/>
          </a:xfrm>
          <a:prstGeom prst="roundRect">
            <a:avLst>
              <a:gd name="adj" fmla="val 44444"/>
            </a:avLst>
          </a:prstGeom>
          <a:solidFill>
            <a:srgbClr val="D987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81160" y="2377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JARABE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566" y="896112"/>
            <a:ext cx="4876800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75945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ED7D3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945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7548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 · CALLE FC-43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7548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ESTANTERIA JUNTO CALLE FC-43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2249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2249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93586" y="896112"/>
            <a:ext cx="4876800" cy="3657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3447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03A6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63447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35050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 · EB-06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35050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ESTANTERIA EB-06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INSPECCION INCIDENCIAS CALIDAD</dc:title>
  <dc:subject>PptxGenJS Presentation</dc:subject>
  <dc:creator>Refresco Iberia — Calidad Alcolea</dc:creator>
  <cp:lastModifiedBy>Refresco Iberia — Calidad Alcolea</cp:lastModifiedBy>
  <cp:revision>1</cp:revision>
  <dcterms:created xsi:type="dcterms:W3CDTF">2026-09-18T18:28:29Z</dcterms:created>
  <dcterms:modified xsi:type="dcterms:W3CDTF">2026-09-18T18:28:29Z</dcterms:modified>
</cp:coreProperties>
</file>