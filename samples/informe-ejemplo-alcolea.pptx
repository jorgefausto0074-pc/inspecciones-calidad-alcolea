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7048" y="15544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 INCIDENCIAS CALIDAD 2026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527048" y="4023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REFRESCO IBERIA PLANTA ALCOLEA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7048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EJEMPLO — DATOS DE DEMOSTRACIÓN (NO REALES)</a:t>
            </a:r>
            <a:endParaRPr lang="en-US" sz="1200" dirty="0"/>
          </a:p>
        </p:txBody>
      </p:sp>
      <p:pic>
        <p:nvPicPr>
          <p:cNvPr id="5" name="Image 0" descr="/workspace/inspecciones-calidad/app/public/assets/logo-diam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3566160"/>
            <a:ext cx="21488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EXTERIORES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0" y="3749040"/>
            <a:ext cx="3931920" cy="73152"/>
          </a:xfrm>
          <a:prstGeom prst="rect">
            <a:avLst/>
          </a:prstGeom>
          <a:solidFill>
            <a:srgbClr val="FFC0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20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SEPTIEMBRE 2026</a:t>
            </a:r>
            <a:endParaRPr lang="en-US" sz="1800" dirty="0"/>
          </a:p>
        </p:txBody>
      </p:sp>
      <p:pic>
        <p:nvPicPr>
          <p:cNvPr id="3" name="Image 0" descr="/workspace/inspecciones-calidad/samples/_tmp_EX-CALLE-FC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REPARAR ESTANTERIA — CALLE FC-43</a:t>
            </a:r>
            <a:endParaRPr lang="en-US" sz="1100" dirty="0"/>
          </a:p>
        </p:txBody>
      </p:sp>
      <p:pic>
        <p:nvPicPr>
          <p:cNvPr id="6" name="Image 1" descr="/workspace/inspecciones-calidad/app/public/assets/sello-resuel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377440"/>
            <a:ext cx="960120" cy="914400"/>
          </a:xfrm>
          <a:prstGeom prst="rect">
            <a:avLst/>
          </a:prstGeom>
        </p:spPr>
      </p:pic>
      <p:pic>
        <p:nvPicPr>
          <p:cNvPr id="7" name="Image 2" descr="/workspace/inspecciones-calidad/samples/_tmp_EX-CALLE-FC3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51560"/>
            <a:ext cx="5029200" cy="3657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9224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6492240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REPARAR ESTANTERIA — CALLE FC-35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6629400" y="1188720"/>
            <a:ext cx="1463040" cy="347472"/>
          </a:xfrm>
          <a:prstGeom prst="roundRect">
            <a:avLst/>
          </a:prstGeom>
          <a:solidFill>
            <a:srgbClr val="ED7D31"/>
          </a:solidFill>
          <a:ln/>
        </p:spPr>
      </p:sp>
      <p:sp>
        <p:nvSpPr>
          <p:cNvPr id="11" name="Text 6"/>
          <p:cNvSpPr/>
          <p:nvPr/>
        </p:nvSpPr>
        <p:spPr>
          <a:xfrm>
            <a:off x="662940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PENDIENTE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LIMPIEZA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0" y="3749040"/>
            <a:ext cx="3931920" cy="73152"/>
          </a:xfrm>
          <a:prstGeom prst="rect">
            <a:avLst/>
          </a:prstGeom>
          <a:solidFill>
            <a:srgbClr val="FFC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20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SEPTIEMBRE 2026</a:t>
            </a:r>
            <a:endParaRPr lang="en-US" sz="1800" dirty="0"/>
          </a:p>
        </p:txBody>
      </p:sp>
      <p:pic>
        <p:nvPicPr>
          <p:cNvPr id="3" name="Image 0" descr="/workspace/inspecciones-calidad/samples/_tmp_LI-ZONA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51560"/>
            <a:ext cx="45720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9476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794760" y="4846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LIMPIEZA PENDIENTE — ZONA 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31920" y="1188720"/>
            <a:ext cx="1463040" cy="347472"/>
          </a:xfrm>
          <a:prstGeom prst="roundRect">
            <a:avLst/>
          </a:prstGeom>
          <a:solidFill>
            <a:srgbClr val="ED7D31"/>
          </a:solidFill>
          <a:ln/>
        </p:spPr>
      </p:sp>
      <p:sp>
        <p:nvSpPr>
          <p:cNvPr id="7" name="Text 4"/>
          <p:cNvSpPr/>
          <p:nvPr/>
        </p:nvSpPr>
        <p:spPr>
          <a:xfrm>
            <a:off x="393192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PENDIENTE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VESTUARIOS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0" y="3749040"/>
            <a:ext cx="3931920" cy="73152"/>
          </a:xfrm>
          <a:prstGeom prst="rect">
            <a:avLst/>
          </a:prstGeom>
          <a:solidFill>
            <a:srgbClr val="FFC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20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SEPTIEMBRE 2026</a:t>
            </a:r>
            <a:endParaRPr lang="en-US" sz="1800" dirty="0"/>
          </a:p>
        </p:txBody>
      </p:sp>
      <p:pic>
        <p:nvPicPr>
          <p:cNvPr id="3" name="Image 0" descr="/workspace/inspecciones-calidad/samples/_tmp_V-VEST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TAQUILLA DAÑADA — VESTUARIO 01</a:t>
            </a:r>
            <a:endParaRPr lang="en-US" sz="1100" dirty="0"/>
          </a:p>
        </p:txBody>
      </p:sp>
      <p:pic>
        <p:nvPicPr>
          <p:cNvPr id="6" name="Image 1" descr="/workspace/inspecciones-calidad/app/public/assets/sello-resuel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377440"/>
            <a:ext cx="960120" cy="914400"/>
          </a:xfrm>
          <a:prstGeom prst="rect">
            <a:avLst/>
          </a:prstGeom>
        </p:spPr>
      </p:pic>
      <p:pic>
        <p:nvPicPr>
          <p:cNvPr id="7" name="Image 2" descr="/workspace/inspecciones-calidad/samples/_tmp_V-VEST-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51560"/>
            <a:ext cx="5029200" cy="3657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9224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6492240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BANCO SUELTO — VESTUARIO 02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6629400" y="1188720"/>
            <a:ext cx="1463040" cy="347472"/>
          </a:xfrm>
          <a:prstGeom prst="roundRect">
            <a:avLst/>
          </a:prstGeom>
          <a:solidFill>
            <a:srgbClr val="ED7D31"/>
          </a:solidFill>
          <a:ln/>
        </p:spPr>
      </p:sp>
      <p:sp>
        <p:nvSpPr>
          <p:cNvPr id="11" name="Text 6"/>
          <p:cNvSpPr/>
          <p:nvPr/>
        </p:nvSpPr>
        <p:spPr>
          <a:xfrm>
            <a:off x="662940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PENDIENTE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INSPECCION INCIDENCIAS CALIDAD 2026 — EJEMPLO</dc:title>
  <dc:subject>PptxGenJS Presentation</dc:subject>
  <dc:creator>Refresco Iberia — Calidad Alcolea (DEMO)</dc:creator>
  <cp:lastModifiedBy>Refresco Iberia — Calidad Alcolea (DEMO)</cp:lastModifiedBy>
  <cp:revision>1</cp:revision>
  <dcterms:created xsi:type="dcterms:W3CDTF">2026-09-18T05:53:59Z</dcterms:created>
  <dcterms:modified xsi:type="dcterms:W3CDTF">2026-09-18T05:53:59Z</dcterms:modified>
</cp:coreProperties>
</file>